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Default Extension="m4a" ContentType="audio/mp4"/>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15"/>
  </p:notesMasterIdLst>
  <p:sldIdLst>
    <p:sldId id="256" r:id="rId5"/>
    <p:sldId id="478" r:id="rId6"/>
    <p:sldId id="477" r:id="rId7"/>
    <p:sldId id="482" r:id="rId8"/>
    <p:sldId id="483" r:id="rId9"/>
    <p:sldId id="480" r:id="rId10"/>
    <p:sldId id="472" r:id="rId11"/>
    <p:sldId id="481" r:id="rId12"/>
    <p:sldId id="471" r:id="rId13"/>
    <p:sldId id="4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6800"/>
    <a:srgbClr val="AC4000"/>
    <a:srgbClr val="5D3A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36" autoAdjust="0"/>
    <p:restoredTop sz="90736" autoAdjust="0"/>
  </p:normalViewPr>
  <p:slideViewPr>
    <p:cSldViewPr snapToGrid="0">
      <p:cViewPr varScale="1">
        <p:scale>
          <a:sx n="72" d="100"/>
          <a:sy n="72" d="100"/>
        </p:scale>
        <p:origin x="594" y="66"/>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4.xml" Id="rId8" /><Relationship Type="http://schemas.openxmlformats.org/officeDocument/2006/relationships/slide" Target="slides/slide9.xml" Id="rId13" /><Relationship Type="http://schemas.openxmlformats.org/officeDocument/2006/relationships/theme" Target="theme/theme1.xml" Id="rId18" /><Relationship Type="http://schemas.openxmlformats.org/officeDocument/2006/relationships/customXml" Target="../customXml/item3.xml" Id="rId3" /><Relationship Type="http://schemas.openxmlformats.org/officeDocument/2006/relationships/slide" Target="slides/slide3.xml" Id="rId7" /><Relationship Type="http://schemas.openxmlformats.org/officeDocument/2006/relationships/slide" Target="slides/slide8.xml" Id="rId12" /><Relationship Type="http://schemas.openxmlformats.org/officeDocument/2006/relationships/viewProps" Target="viewProps.xml" Id="rId17" /><Relationship Type="http://schemas.openxmlformats.org/officeDocument/2006/relationships/customXml" Target="../customXml/item2.xml" Id="rId2" /><Relationship Type="http://schemas.openxmlformats.org/officeDocument/2006/relationships/presProps" Target="presProps.xml" Id="rId16" /><Relationship Type="http://schemas.openxmlformats.org/officeDocument/2006/relationships/slide" Target="slides/slide2.xml" Id="rId6" /><Relationship Type="http://schemas.openxmlformats.org/officeDocument/2006/relationships/slide" Target="slides/slide7.xml" Id="rId11" /><Relationship Type="http://schemas.openxmlformats.org/officeDocument/2006/relationships/slide" Target="slides/slide1.xml" Id="rId5" /><Relationship Type="http://schemas.openxmlformats.org/officeDocument/2006/relationships/notesMaster" Target="notesMasters/notesMaster1.xml" Id="rId15" /><Relationship Type="http://schemas.openxmlformats.org/officeDocument/2006/relationships/slide" Target="slides/slide6.xml" Id="rId10" /><Relationship Type="http://schemas.openxmlformats.org/officeDocument/2006/relationships/tableStyles" Target="tableStyles.xml" Id="rId19"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10.xml" Id="rId14" /><Relationship Type="http://schemas.openxmlformats.org/officeDocument/2006/relationships/customXml" Target="/customXml/item.xml" Id="Ra62b0e6c00bd4a2f"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4475A-AD84-45C6-A0E9-CC255090B82E}" type="datetimeFigureOut">
              <a:rPr lang="en-US" smtClean="0"/>
              <a:t>7/9/2021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2590A2-21DC-4F17-AB32-56BF3EEDD8DE}" type="slidenum">
              <a:rPr lang="en-US" smtClean="0"/>
              <a:t>‹#›</a:t>
            </a:fld>
            <a:endParaRPr lang="en-US"/>
          </a:p>
        </p:txBody>
      </p:sp>
    </p:spTree>
    <p:extLst>
      <p:ext uri="{BB962C8B-B14F-4D97-AF65-F5344CB8AC3E}">
        <p14:creationId xmlns:p14="http://schemas.microsoft.com/office/powerpoint/2010/main" val="120962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to Design Principles. </a:t>
            </a:r>
          </a:p>
        </p:txBody>
      </p:sp>
      <p:sp>
        <p:nvSpPr>
          <p:cNvPr id="4" name="Slide Number Placeholder 3"/>
          <p:cNvSpPr>
            <a:spLocks noGrp="1"/>
          </p:cNvSpPr>
          <p:nvPr>
            <p:ph type="sldNum" sz="quarter" idx="5"/>
          </p:nvPr>
        </p:nvSpPr>
        <p:spPr/>
        <p:txBody>
          <a:bodyPr/>
          <a:lstStyle/>
          <a:p>
            <a:fld id="{1C2590A2-21DC-4F17-AB32-56BF3EEDD8DE}" type="slidenum">
              <a:rPr lang="en-US" smtClean="0"/>
              <a:t>1</a:t>
            </a:fld>
            <a:endParaRPr lang="en-US"/>
          </a:p>
        </p:txBody>
      </p:sp>
    </p:spTree>
    <p:extLst>
      <p:ext uri="{BB962C8B-B14F-4D97-AF65-F5344CB8AC3E}">
        <p14:creationId xmlns:p14="http://schemas.microsoft.com/office/powerpoint/2010/main" val="3000248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one of the easiest design principles to accomplish.</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C2590A2-21DC-4F17-AB32-56BF3EEDD8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7626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9525" y="684213"/>
            <a:ext cx="2511425" cy="14128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4">
                    <a:lumMod val="60000"/>
                    <a:lumOff val="40000"/>
                  </a:schemeClr>
                </a:solidFill>
                <a:latin typeface="Times New Roman" panose="02020603050405020304" pitchFamily="18" charset="0"/>
                <a:cs typeface="Times New Roman" panose="02020603050405020304" pitchFamily="18" charset="0"/>
              </a:rPr>
              <a:t>Notice how simple this slide design is. With a couple of text boxes and a shape you can demonstrate both the use of white space in design and also the principle of contrast with the large shape and text.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9F2B4-7F23-43E9-9394-BF5B93E8ADC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7001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principle is really all about unity and consistency.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C2590A2-21DC-4F17-AB32-56BF3EEDD8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231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consistency in both color, the images are all grayscale, and the picture style. This is an example of repetition in design. Repetition ensures consistency in your slide design which adds unity.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C2590A2-21DC-4F17-AB32-56BF3EEDD8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6013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principle of alignment gives organization to your presentation.</a:t>
            </a:r>
          </a:p>
        </p:txBody>
      </p:sp>
      <p:sp>
        <p:nvSpPr>
          <p:cNvPr id="4" name="Slide Number Placeholder 3"/>
          <p:cNvSpPr>
            <a:spLocks noGrp="1"/>
          </p:cNvSpPr>
          <p:nvPr>
            <p:ph type="sldNum" sz="quarter" idx="5"/>
          </p:nvPr>
        </p:nvSpPr>
        <p:spPr/>
        <p:txBody>
          <a:bodyPr/>
          <a:lstStyle/>
          <a:p>
            <a:fld id="{1C2590A2-21DC-4F17-AB32-56BF3EEDD8DE}" type="slidenum">
              <a:rPr lang="en-US" smtClean="0"/>
              <a:t>6</a:t>
            </a:fld>
            <a:endParaRPr lang="en-US"/>
          </a:p>
        </p:txBody>
      </p:sp>
    </p:spTree>
    <p:extLst>
      <p:ext uri="{BB962C8B-B14F-4D97-AF65-F5344CB8AC3E}">
        <p14:creationId xmlns:p14="http://schemas.microsoft.com/office/powerpoint/2010/main" val="900710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various examples of text alignment. Justify is typically used only in print media.</a:t>
            </a:r>
          </a:p>
        </p:txBody>
      </p:sp>
      <p:sp>
        <p:nvSpPr>
          <p:cNvPr id="4" name="Slide Number Placeholder 3"/>
          <p:cNvSpPr>
            <a:spLocks noGrp="1"/>
          </p:cNvSpPr>
          <p:nvPr>
            <p:ph type="sldNum" sz="quarter" idx="5"/>
          </p:nvPr>
        </p:nvSpPr>
        <p:spPr/>
        <p:txBody>
          <a:bodyPr/>
          <a:lstStyle/>
          <a:p>
            <a:fld id="{1C2590A2-21DC-4F17-AB32-56BF3EEDD8DE}" type="slidenum">
              <a:rPr lang="en-US" smtClean="0"/>
              <a:t>7</a:t>
            </a:fld>
            <a:endParaRPr lang="en-US"/>
          </a:p>
        </p:txBody>
      </p:sp>
    </p:spTree>
    <p:extLst>
      <p:ext uri="{BB962C8B-B14F-4D97-AF65-F5344CB8AC3E}">
        <p14:creationId xmlns:p14="http://schemas.microsoft.com/office/powerpoint/2010/main" val="3197336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Proximity builds relationships between objects on a slide.</a:t>
            </a:r>
          </a:p>
        </p:txBody>
      </p:sp>
      <p:sp>
        <p:nvSpPr>
          <p:cNvPr id="4" name="Slide Number Placeholder 3"/>
          <p:cNvSpPr>
            <a:spLocks noGrp="1"/>
          </p:cNvSpPr>
          <p:nvPr>
            <p:ph type="sldNum" sz="quarter" idx="5"/>
          </p:nvPr>
        </p:nvSpPr>
        <p:spPr/>
        <p:txBody>
          <a:bodyPr/>
          <a:lstStyle/>
          <a:p>
            <a:fld id="{1C2590A2-21DC-4F17-AB32-56BF3EEDD8DE}" type="slidenum">
              <a:rPr lang="en-US" smtClean="0"/>
              <a:t>8</a:t>
            </a:fld>
            <a:endParaRPr lang="en-US"/>
          </a:p>
        </p:txBody>
      </p:sp>
    </p:spTree>
    <p:extLst>
      <p:ext uri="{BB962C8B-B14F-4D97-AF65-F5344CB8AC3E}">
        <p14:creationId xmlns:p14="http://schemas.microsoft.com/office/powerpoint/2010/main" val="1936548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grouping related items together organizes the slide and helps the viewer to better understand the relationship.</a:t>
            </a:r>
          </a:p>
        </p:txBody>
      </p:sp>
      <p:sp>
        <p:nvSpPr>
          <p:cNvPr id="4" name="Slide Number Placeholder 3"/>
          <p:cNvSpPr>
            <a:spLocks noGrp="1"/>
          </p:cNvSpPr>
          <p:nvPr>
            <p:ph type="sldNum" sz="quarter" idx="5"/>
          </p:nvPr>
        </p:nvSpPr>
        <p:spPr/>
        <p:txBody>
          <a:bodyPr/>
          <a:lstStyle/>
          <a:p>
            <a:fld id="{1C2590A2-21DC-4F17-AB32-56BF3EEDD8DE}" type="slidenum">
              <a:rPr lang="en-US" smtClean="0"/>
              <a:t>9</a:t>
            </a:fld>
            <a:endParaRPr lang="en-US"/>
          </a:p>
        </p:txBody>
      </p:sp>
    </p:spTree>
    <p:extLst>
      <p:ext uri="{BB962C8B-B14F-4D97-AF65-F5344CB8AC3E}">
        <p14:creationId xmlns:p14="http://schemas.microsoft.com/office/powerpoint/2010/main" val="2117825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four principles work together in slide design. </a:t>
            </a:r>
          </a:p>
        </p:txBody>
      </p:sp>
      <p:sp>
        <p:nvSpPr>
          <p:cNvPr id="4" name="Slide Number Placeholder 3"/>
          <p:cNvSpPr>
            <a:spLocks noGrp="1"/>
          </p:cNvSpPr>
          <p:nvPr>
            <p:ph type="sldNum" sz="quarter" idx="5"/>
          </p:nvPr>
        </p:nvSpPr>
        <p:spPr/>
        <p:txBody>
          <a:bodyPr/>
          <a:lstStyle/>
          <a:p>
            <a:fld id="{1C2590A2-21DC-4F17-AB32-56BF3EEDD8DE}" type="slidenum">
              <a:rPr lang="en-US" smtClean="0"/>
              <a:t>10</a:t>
            </a:fld>
            <a:endParaRPr lang="en-US"/>
          </a:p>
        </p:txBody>
      </p:sp>
    </p:spTree>
    <p:extLst>
      <p:ext uri="{BB962C8B-B14F-4D97-AF65-F5344CB8AC3E}">
        <p14:creationId xmlns:p14="http://schemas.microsoft.com/office/powerpoint/2010/main" val="27819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6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dirty="0"/>
              <a:t>Click to edit Master title style</a:t>
            </a:r>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fld id="{072AEA4A-C3D6-4648-B6DF-739010664285}" type="datetimeFigureOut">
              <a:rPr lang="en-US" smtClean="0"/>
              <a:t>7/9/2021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222601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2AEA4A-C3D6-4648-B6DF-739010664285}" type="datetimeFigureOut">
              <a:rPr lang="en-US" smtClean="0"/>
              <a:t>7/9/2021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2498826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4754879" y="734866"/>
            <a:ext cx="6965343" cy="1406954"/>
          </a:xfrm>
        </p:spPr>
        <p:txBody>
          <a:bodyPr wrap="none" anchor="t">
            <a:normAutofit/>
          </a:bodyPr>
          <a:lstStyle>
            <a:lvl1pPr algn="l">
              <a:defRPr sz="48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dirty="0"/>
              <a:t>Click to edit Master title style</a:t>
            </a:r>
          </a:p>
        </p:txBody>
      </p:sp>
      <p:sp>
        <p:nvSpPr>
          <p:cNvPr id="8" name="Subtitle 2"/>
          <p:cNvSpPr>
            <a:spLocks noGrp="1"/>
          </p:cNvSpPr>
          <p:nvPr>
            <p:ph type="subTitle" idx="1"/>
          </p:nvPr>
        </p:nvSpPr>
        <p:spPr>
          <a:xfrm>
            <a:off x="337697" y="755374"/>
            <a:ext cx="3963959" cy="1386446"/>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72AEA4A-C3D6-4648-B6DF-739010664285}" type="datetimeFigureOut">
              <a:rPr lang="en-US" smtClean="0"/>
              <a:t>7/9/2021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F11DE-8C28-416E-98EC-CFB12E030C0A}" type="slidenum">
              <a:rPr lang="en-US" smtClean="0"/>
              <a:t>‹#›</a:t>
            </a:fld>
            <a:endParaRPr lang="en-US"/>
          </a:p>
        </p:txBody>
      </p:sp>
      <p:pic>
        <p:nvPicPr>
          <p:cNvPr id="18" name="Picture 17" descr="A picture containing food, drawing, flower&#10;&#10;Description automatically generated">
            <a:extLst>
              <a:ext uri="{FF2B5EF4-FFF2-40B4-BE49-F238E27FC236}">
                <a16:creationId xmlns:a16="http://schemas.microsoft.com/office/drawing/2014/main" id="{51EDBFC5-458E-4DC5-A65E-C7F60F5000B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2615979"/>
            <a:ext cx="12191999" cy="119270"/>
          </a:xfrm>
          <a:prstGeom prst="rect">
            <a:avLst/>
          </a:prstGeom>
        </p:spPr>
      </p:pic>
      <p:sp>
        <p:nvSpPr>
          <p:cNvPr id="19" name="Rectangle 18">
            <a:extLst>
              <a:ext uri="{FF2B5EF4-FFF2-40B4-BE49-F238E27FC236}">
                <a16:creationId xmlns:a16="http://schemas.microsoft.com/office/drawing/2014/main" id="{BE955924-F7D3-499B-85F4-F140028E9FE7}"/>
              </a:ext>
            </a:extLst>
          </p:cNvPr>
          <p:cNvSpPr/>
          <p:nvPr userDrawn="1"/>
        </p:nvSpPr>
        <p:spPr>
          <a:xfrm>
            <a:off x="0" y="2735249"/>
            <a:ext cx="12191999" cy="412275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530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2AEA4A-C3D6-4648-B6DF-739010664285}" type="datetimeFigureOut">
              <a:rPr lang="en-US" smtClean="0"/>
              <a:t>7/9/2021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1602793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2AEA4A-C3D6-4648-B6DF-739010664285}" type="datetimeFigureOut">
              <a:rPr lang="en-US" smtClean="0"/>
              <a:t>7/9/2021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1313182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2AEA4A-C3D6-4648-B6DF-739010664285}" type="datetimeFigureOut">
              <a:rPr lang="en-US" smtClean="0"/>
              <a:t>7/9/2021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1979736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2AEA4A-C3D6-4648-B6DF-739010664285}" type="datetimeFigureOut">
              <a:rPr lang="en-US" smtClean="0"/>
              <a:t>7/9/2021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83084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2AEA4A-C3D6-4648-B6DF-739010664285}" type="datetimeFigureOut">
              <a:rPr lang="en-US" smtClean="0"/>
              <a:t>7/9/2021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228719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2AEA4A-C3D6-4648-B6DF-739010664285}" type="datetimeFigureOut">
              <a:rPr lang="en-US" smtClean="0"/>
              <a:t>7/9/2021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3651259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2AEA4A-C3D6-4648-B6DF-739010664285}" type="datetimeFigureOut">
              <a:rPr lang="en-US" smtClean="0"/>
              <a:t>7/9/2021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923263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2AEA4A-C3D6-4648-B6DF-739010664285}" type="datetimeFigureOut">
              <a:rPr lang="en-US" smtClean="0"/>
              <a:t>7/9/2021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F11DE-8C28-416E-98EC-CFB12E030C0A}" type="slidenum">
              <a:rPr lang="en-US" smtClean="0"/>
              <a:t>‹#›</a:t>
            </a:fld>
            <a:endParaRPr lang="en-US"/>
          </a:p>
        </p:txBody>
      </p:sp>
    </p:spTree>
    <p:extLst>
      <p:ext uri="{BB962C8B-B14F-4D97-AF65-F5344CB8AC3E}">
        <p14:creationId xmlns:p14="http://schemas.microsoft.com/office/powerpoint/2010/main" val="2809317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defTabSz="457200"/>
            <a:fld id="{51CF1133-3259-4C45-BABA-5B62D9C6F78D}"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defTabSz="457200"/>
              <a:t>7/9/2021</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defTabSz="457200"/>
            <a:r>
              <a:rPr lang="en-US">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t>
              </a:t>
            </a:r>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defTabSz="457200"/>
            <a:fld id="{6D22F896-40B5-4ADD-8801-0D06FADFA09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defTabSz="457200"/>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8886274"/>
      </p:ext>
    </p:extLst>
  </p:cSld>
  <p:clrMap bg1="dk1" tx1="lt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5" r:id="rId11"/>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audio" Target="../media/Welcome.m4a" /><Relationship Id="rId5" Type="http://schemas.microsoft.com/office/2007/relationships/media" Target="../media/Welcome.m4a" /></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blipFill dpi="0" rotWithShape="1">
          <a:blip r:embed="rId3" cstate="screen">
            <a:lum/>
            <a:extLst>
              <a:ext uri="{28A0092B-C50C-407E-A947-70E740481C1C}">
                <a14:useLocalDpi/>
              </a:ext>
            </a:extLst>
          </a:blip>
          <a:srcRect/>
          <a:stretch>
            <a:fillRect/>
          </a:stretch>
        </a:blipFill>
        <a:effectLst/>
      </p:bgPr>
    </p:bg>
    <p:spTree>
      <p:nvGrpSpPr>
        <p:cNvPr id="1" name="" descr="Qcipvr/TndBFUjxu1OVELrk67VO8a8BdYxQxHCXxXN2degsj6uoWmjLPqRc0/Xg/V2bj8MvCOFcWaYzixwo/gZYUJT3GYBA3-~oM7x8cpiyzrsQjaJNKiNPw=="/>
        <p:cNvGrpSpPr/>
        <p:nvPr/>
      </p:nvGrpSpPr>
      <p:grpSpPr>
        <a:xfrm>
          <a:off x="0" y="0"/>
          <a:ext cx="0" cy="0"/>
          <a:chOff x="0" y="0"/>
          <a:chExt cx="0" cy="0"/>
        </a:xfrm>
      </p:grpSpPr>
      <p:sp>
        <p:nvSpPr>
          <p:cNvPr id="2" name="Title 1" descr="gG5PYCIQRSuPQ9CRjsNMxFqEoDHNMLkSku5ep5f7liUc46NNuryjp0eBaznCg9o1SJhvoBmxmNco91RFkl4dxS16kZgTdWUq-~Xags+/XlXULCXDC4z7sD1g==">
            <a:extLst>
              <a:ext uri="{FF2B5EF4-FFF2-40B4-BE49-F238E27FC236}">
                <a16:creationId id="{782D1831-EFAC-49BC-944C-9B62206FB65C}"/>
              </a:ext>
            </a:extLst>
          </p:cNvPr>
          <p:cNvSpPr>
            <a:spLocks noGrp="1"/>
          </p:cNvSpPr>
          <p:nvPr>
            <p:ph type="ctrTitle"/>
          </p:nvPr>
        </p:nvSpPr>
        <p:spPr>
          <a:xfrm>
            <a:off x="822960" y="4486888"/>
            <a:ext cx="9144000" cy="1641490"/>
          </a:xfrm>
        </p:spPr>
        <p:txBody>
          <a:bodyPr/>
          <a:lstStyle/>
          <a:p>
            <a:pPr algn="l"/>
            <a:r>
              <a:rPr lang="en-US" b="1" dirty="0">
                <a:solidFill>
                  <a:schemeClr val="bg1"/>
                </a:solidFill>
                <a:effectLst/>
              </a:rPr>
              <a:t>Design Principles </a:t>
            </a:r>
          </a:p>
        </p:txBody>
      </p:sp>
      <p:sp>
        <p:nvSpPr>
          <p:cNvPr id="3" name="Subtitle 2" descr="R8CXuNSZfELzfkCU9/iPy0fY36ZKc2cnVHeDpUzkFhY4cbtGSRB9Gq6Gx2j4Ws71oy16qZ6vsbP5HmvlODiaT73UYr2xlu1j-~b1ytmLhJn41nl2d1VfGQ4w==">
            <a:extLst>
              <a:ext uri="{FF2B5EF4-FFF2-40B4-BE49-F238E27FC236}">
                <a16:creationId id="{158A7B35-19F4-44FE-945D-A3590741D6BD}"/>
              </a:ext>
            </a:extLst>
          </p:cNvPr>
          <p:cNvSpPr>
            <a:spLocks noGrp="1"/>
          </p:cNvSpPr>
          <p:nvPr>
            <p:ph type="subTitle" idx="1"/>
          </p:nvPr>
        </p:nvSpPr>
        <p:spPr>
          <a:xfrm>
            <a:off x="905703" y="5307633"/>
            <a:ext cx="7482923" cy="567307"/>
          </a:xfrm>
        </p:spPr>
        <p:txBody>
          <a:bodyPr/>
          <a:lstStyle/>
          <a:p>
            <a:pPr algn="l"/>
            <a:r>
              <a:rPr lang="en-US" i="1" dirty="0">
                <a:solidFill>
                  <a:schemeClr val="bg1"/>
                </a:solidFill>
              </a:rPr>
              <a:t>Bright Ideas for Better Communication</a:t>
            </a:r>
          </a:p>
        </p:txBody>
      </p:sp>
      <p:pic>
        <p:nvPicPr>
          <p:cNvPr id="300" name="Welcome.m4a"/>
          <p:cNvPicPr>
            <a:picLocks noChangeAspect="1"/>
          </p:cNvPicPr>
          <p:nvPr>
            <a:audioFile r:link="rId4"/>
            <p:extLst>
              <p:ext uri="{DAA4B4D4-6D71-4841-9C94-3DE7FCFB9230}">
                <p14:media r:embed="rId5"/>
              </p:ext>
            </p:extLst>
          </p:nvPr>
        </p:nvPicPr>
        <p:blipFill>
          <a:blip/>
          <a:stretch>
            <a:fillRect/>
          </a:stretch>
        </p:blipFill>
        <p:spPr>
          <a:xfrm>
            <a:off x="219456" y="219456"/>
            <a:ext cx="274320" cy="274320"/>
          </a:xfrm>
          <a:prstGeom prst="rect">
            <a:avLst/>
          </a:prstGeom>
        </p:spPr>
      </p:pic>
    </p:spTree>
    <p:extLst>
      <p:ext uri="{BB962C8B-B14F-4D97-AF65-F5344CB8AC3E}">
        <p14:creationId val="2592833662"/>
      </p:ext>
    </p:extLst>
  </p:cSld>
  <p:clrMapOvr>
    <a:masterClrMapping/>
  </p:clrMapOvr>
  <p:transition>
    <p14:cube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afterEffect">
                                  <p:stCondLst>
                                    <p:cond delay="0"/>
                                  </p:stCondLst>
                                  <p:childTnLst>
                                    <p:cmd type="call" cmd="playFrom(0)">
                                      <p:cBhvr>
                                        <p:cTn id="6" dur="1" fill="hold"/>
                                        <p:tgtEl>
                                          <p:spTgt spid="30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JNjsvlCVxproK+iHDFRRm4mZy86HxNR7piGWukSjyFELj/iVXEIjRCKaK0ZuIlABp1w/5RCvrgupUu4wBIRsm6pY0weooUVG-~/QMRi64dJBwjevrAotWCcQ=="/>
        <p:cNvGrpSpPr/>
        <p:nvPr/>
      </p:nvGrpSpPr>
      <p:grpSpPr>
        <a:xfrm>
          <a:off x="0" y="0"/>
          <a:ext cx="0" cy="0"/>
          <a:chOff x="0" y="0"/>
          <a:chExt cx="0" cy="0"/>
        </a:xfrm>
      </p:grpSpPr>
      <p:sp>
        <p:nvSpPr>
          <p:cNvPr id="2" name="Title 1" descr="wPCtRwPkPjDKU+YA0r0NJ1MNsMQHCE7fyNJhtrozJXtASsbcQ/++m5qLDXx9+Kr8YuwrhxagwGwHWY+rC3b5cm0e2vg2U0Co-~i6HZqej0eQXL2f9J2OPOsQ==">
            <a:extLst>
              <a:ext uri="{FF2B5EF4-FFF2-40B4-BE49-F238E27FC236}">
                <a16:creationId id="{6E32CB19-CC60-4758-8E36-88BF6DFEBAE2}"/>
              </a:ext>
            </a:extLst>
          </p:cNvPr>
          <p:cNvSpPr>
            <a:spLocks noGrp="1"/>
          </p:cNvSpPr>
          <p:nvPr>
            <p:ph type="title"/>
          </p:nvPr>
        </p:nvSpPr>
        <p:spPr/>
        <p:style>
          <a:lnRef idx="0">
            <a:schemeClr val="accent1"/>
          </a:lnRef>
          <a:fillRef idx="3">
            <a:schemeClr val="accent1"/>
          </a:fillRef>
          <a:effectRef idx="3">
            <a:schemeClr val="accent1"/>
          </a:effectRef>
          <a:fontRef idx="minor">
            <a:schemeClr val="lt1"/>
          </a:fontRef>
        </p:style>
        <p:txBody>
          <a:bodyPr>
            <a:normAutofit/>
          </a:bodyPr>
          <a:lstStyle/>
          <a:p>
            <a:r>
              <a:rPr lang="en-US" sz="6600" dirty="0" b="1">
                <a:latin typeface="+mj-lt"/>
                <a:cs typeface="Aharoni" panose="02010803020104030203" pitchFamily="2" charset="-79"/>
                <a:solidFill>
                  <a:schemeClr val="tx1"/>
                </a:solidFill>
              </a:rPr>
              <a:t>   Contrast</a:t>
            </a:r>
          </a:p>
        </p:txBody>
      </p:sp>
      <p:sp>
        <p:nvSpPr>
          <p:cNvPr id="3" name="Content Placeholder 2" descr="ygPFQrNuiHmSZE93MXP0+bX55iFHh4Q0CEjCGNHXmKNmhglaRtAsWAHsLXH3tvlDsHfxUDFRXR2fI8NWAqwHMs1pIjeaB6sD-~l5VOH/XDVPUYtlcakdYBZg==">
            <a:extLst>
              <a:ext uri="{FF2B5EF4-FFF2-40B4-BE49-F238E27FC236}">
                <a16:creationId id="{70A0772C-BE9D-43F0-8427-9FF7403CB2FF}"/>
              </a:ext>
            </a:extLst>
          </p:cNvPr>
          <p:cNvSpPr>
            <a:spLocks noGrp="1"/>
          </p:cNvSpPr>
          <p:nvPr>
            <p:ph idx="1"/>
          </p:nvPr>
        </p:nvSpPr>
        <p:spPr>
          <a:xfrm>
            <a:off x="1215692" y="1772462"/>
            <a:ext cx="10031782" cy="4351338"/>
          </a:xfrm>
        </p:spPr>
        <p:txBody>
          <a:bodyPr/>
          <a:lstStyle/>
          <a:p>
            <a:r>
              <a:rPr lang="en-US" sz="4400"/>
              <a:t> Grabs </a:t>
            </a:r>
            <a:r>
              <a:rPr lang="en-US" sz="4400" dirty="0">
                <a:solidFill>
                  <a:schemeClr val="accent1"/>
                </a:solidFill>
              </a:rPr>
              <a:t>attention</a:t>
            </a:r>
          </a:p>
          <a:p>
            <a:r>
              <a:rPr lang="en-US" sz="4400" dirty="0"/>
              <a:t> Creates </a:t>
            </a:r>
            <a:r>
              <a:rPr lang="en-US" sz="4400" dirty="0">
                <a:solidFill>
                  <a:schemeClr val="accent1"/>
                </a:solidFill>
              </a:rPr>
              <a:t>interest</a:t>
            </a:r>
          </a:p>
          <a:p>
            <a:r>
              <a:rPr lang="en-US" sz="4400" dirty="0"/>
              <a:t> Adds </a:t>
            </a:r>
            <a:r>
              <a:rPr lang="en-US" sz="4400" dirty="0">
                <a:solidFill>
                  <a:schemeClr val="accent1"/>
                </a:solidFill>
              </a:rPr>
              <a:t>emphasis</a:t>
            </a:r>
          </a:p>
          <a:p>
            <a:r>
              <a:rPr lang="en-US" sz="4400" dirty="0"/>
              <a:t> Directs </a:t>
            </a:r>
            <a:r>
              <a:rPr lang="en-US" sz="4400" dirty="0">
                <a:solidFill>
                  <a:schemeClr val="accent1"/>
                </a:solidFill>
              </a:rPr>
              <a:t>focus</a:t>
            </a:r>
            <a:endParaRPr lang="en-US" dirty="0">
              <a:solidFill>
                <a:schemeClr val="accent1"/>
              </a:solidFill>
            </a:endParaRPr>
          </a:p>
        </p:txBody>
      </p:sp>
      <p:pic>
        <p:nvPicPr>
          <p:cNvPr id="6" name="Picture 5#@#g2sLYUr5RMEXzWiayrhcSbVXSy6/Ij1bNh/jzUnwbSjYtvBy+n+qhsY8wwct4WJfIXDrLYZVuHhD9fzGo6IUIH9HOSiF8aoy-~i9lm2tl4pZNyzlqS98aEUw==" descr="A picture containing food, drawing, flower&#10;&#10;Description automatically generated">
            <a:extLst>
              <a:ext uri="{FF2B5EF4-FFF2-40B4-BE49-F238E27FC236}">
                <a16:creationId id="{CC831BF0-73F6-4F6D-8F89-7969665F821E}"/>
              </a:ext>
            </a:extLst>
          </p:cNvPr>
          <p:cNvPicPr>
            <a:picLocks noChangeAspect="1"/>
          </p:cNvPicPr>
          <p:nvPr/>
        </p:nvPicPr>
        <p:blipFill>
          <a:blip r:embed="rId3">
            <a:extLst>
              <a:ext uri="{28A0092B-C50C-407E-A947-70E740481C1C}">
                <a14:useLocalDpi/>
              </a:ext>
            </a:extLst>
          </a:blip>
          <a:stretch>
            <a:fillRect/>
          </a:stretch>
        </p:blipFill>
        <p:spPr>
          <a:xfrm>
            <a:off x="1" y="1467293"/>
            <a:ext cx="12191999" cy="55382"/>
          </a:xfrm>
          <a:prstGeom prst="rect">
            <a:avLst/>
          </a:prstGeom>
        </p:spPr>
      </p:pic>
    </p:spTree>
    <p:extLst>
      <p:ext uri="{BB962C8B-B14F-4D97-AF65-F5344CB8AC3E}">
        <p14:creationId val="3049576765"/>
      </p:ext>
    </p:extLst>
  </p:cSld>
  <p:clrMapOvr>
    <a:masterClrMapping/>
  </p:clrMapOvr>
  <p:transition>
    <p14:cube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50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0"/>
                      </p:stCondLst>
                      <p:childTnLst>
                        <p:par>
                          <p:cTn id="10" fill="hold">
                            <p:stCondLst>
                              <p:cond delay="500"/>
                            </p:stCondLst>
                            <p:childTnLst>
                              <p:par>
                                <p:cTn id="11" presetID="2" presetClass="entr" presetSubtype="4"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0"/>
                      </p:stCondLst>
                      <p:childTnLst>
                        <p:par>
                          <p:cTn id="16" fill="hold">
                            <p:stCondLst>
                              <p:cond delay="500"/>
                            </p:stCondLst>
                            <p:childTnLst>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0"/>
                      </p:stCondLst>
                      <p:childTnLst>
                        <p:par>
                          <p:cTn id="22" fill="hold">
                            <p:stCondLst>
                              <p:cond delay="0"/>
                            </p:stCondLst>
                            <p:childTnLst>
                              <p:par>
                                <p:cTn id="23" presetID="6" presetClass="emph" presetSubtype="32" fill="hold" grpId="1" nodeType="withEffect">
                                  <p:stCondLst>
                                    <p:cond delay="0"/>
                                  </p:stCondLst>
                                  <p:childTnLst>
                                    <p:animScale>
                                      <p:cBhvr>
                                        <p:cTn id="24" dur="2000" fill="hold"/>
                                        <p:tgtEl>
                                          <p:spTgt spid="3">
                                            <p:txEl>
                                              <p:pRg st="2" end="2"/>
                                            </p:txEl>
                                          </p:spTgt>
                                        </p:tgtEl>
                                      </p:cBhvr>
                                      <p:by x="150000" y="150000"/>
                                    </p:animScale>
                                  </p:childTnLst>
                                </p:cTn>
                              </p:par>
                            </p:childTnLst>
                          </p:cTn>
                        </p:par>
                      </p:childTnLst>
                    </p:cTn>
                  </p:par>
                  <p:par>
                    <p:cTn id="25" fill="hold">
                      <p:stCondLst>
                        <p:cond delay="0"/>
                      </p:stCondLst>
                      <p:childTnLst>
                        <p:par>
                          <p:cTn id="26" fill="hold">
                            <p:stCondLst>
                              <p:cond delay="500"/>
                            </p:stCondLst>
                            <p:childTnLst>
                              <p:par>
                                <p:cTn id="27" presetID="2" presetClass="entr" presetSubtype="4"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7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p:cSld>
    <p:bg>
      <p:bgPr>
        <a:solidFill>
          <a:schemeClr val="bg1"/>
        </a:solidFill>
        <a:effectLst/>
      </p:bgPr>
    </p:bg>
    <p:spTree>
      <p:nvGrpSpPr>
        <p:cNvPr id="1" name="" descr="zzSZeqga+20nExYx6lJhcWrJ4TubywB155A3EctlzdgccbDENFPnGD6lrX+64ryS5D04P8LhnQI8bDqQ+jtG8aAHnhB4HuZg-~dzZygWRnYKIUjdKWbOlLag=="/>
        <p:cNvGrpSpPr/>
        <p:nvPr/>
      </p:nvGrpSpPr>
      <p:grpSpPr>
        <a:xfrm>
          <a:off x="0" y="0"/>
          <a:ext cx="0" cy="0"/>
          <a:chOff x="0" y="0"/>
          <a:chExt cx="0" cy="0"/>
        </a:xfrm>
      </p:grpSpPr>
      <p:sp>
        <p:nvSpPr>
          <p:cNvPr id="10" name="TextBox 9" descr="v17ZSovB6AVfxzkEAtm1mz7oTtXi56pJ3He1XdDBLrzJa5MT7IjPtFyc63OseL+3Ni2dXGGld138dZTaqHEM1p/6WkHG1+Eg-~DFcjEwTkgWd6Qs8cCoi8XQ=="/>
          <p:cNvSpPr txBox="1"/>
          <p:nvPr/>
        </p:nvSpPr>
        <p:spPr>
          <a:xfrm>
            <a:off x="3800841" y="3908036"/>
            <a:ext cx="753308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a:ea typeface="+mn-ea"/>
                <a:cs typeface="+mn-cs"/>
              </a:rPr>
              <a:t>Minimum font size?  That depends!</a:t>
            </a:r>
          </a:p>
        </p:txBody>
      </p:sp>
      <p:sp>
        <p:nvSpPr>
          <p:cNvPr id="100" name="TextBox 100"/>
          <p:cNvSpPr txBox="1"/>
          <p:nvPr/>
        </p:nvSpPr>
        <p:spPr>
          <a:xfrm>
            <a:off x="667512" y="667512"/>
            <a:ext cx="3200400" cy="1371600"/>
          </a:xfrm>
          <a:prstGeom prst="rect">
            <a:avLst/>
          </a:prstGeom>
          <a:noFill/>
        </p:spPr>
        <p:txBody>
          <a:bodyPr wrap="none" rtlCol="0">
            <a:spAutoFit/>
          </a:bodyPr>
          <a:lstStyle/>
          <a:p>
            <a:r>
              <a:rPr lang="en-US" sz="8000" dirty="0"/>
              <a:t>Make it</a:t>
            </a:r>
          </a:p>
        </p:txBody>
      </p:sp>
      <p:sp>
        <p:nvSpPr>
          <p:cNvPr id="101" name="Rectangle 101"/>
          <p:cNvSpPr/>
          <p:nvPr/>
        </p:nvSpPr>
        <p:spPr>
          <a:xfrm>
            <a:off x="4297680" y="365760"/>
            <a:ext cx="3566160" cy="3566160"/>
          </a:xfrm>
          <a:prstGeom prst="rect">
            <a:avLst/>
          </a:prstGeom>
          <a:gradFill rotWithShape="1">
            <a:gsLst>
              <a:gs pos="0">
                <a:schemeClr val="accent1">
                  <a:satMod val="103000"/>
                  <a:lumMod val="118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scene3d>
          <a:sp3d>
            <a:bevelT w="63500" h="25400"/>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0" dirty="0">
                <a:solidFill>
                  <a:schemeClr val="tx1"/>
                </a:solidFill>
              </a:rPr>
              <a:t>Big</a:t>
            </a:r>
          </a:p>
        </p:txBody>
      </p:sp>
    </p:spTree>
    <p:extLst>
      <p:ext uri="{BB962C8B-B14F-4D97-AF65-F5344CB8AC3E}">
        <p14:creationId val="3958077147"/>
      </p:ext>
    </p:extLst>
  </p:cSld>
  <p:clrMapOvr>
    <a:masterClrMapping/>
  </p:clrMapOvr>
  <p:transition>
    <p14:cube dir="d"/>
  </p:transition>
</p:sld>
</file>

<file path=ppt/slides/slide4.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vqLqegr+3pC648cWZvvYK/BntIiDWrWEPraGRXSzy84lTtnFvajZ0doKfbBWN9DiqbF8zsBCmE7/7qoO1FiB7XUm7RgV+WzL-~Br59d0j2LRPKwC1MOlHafA=="/>
        <p:cNvGrpSpPr/>
        <p:nvPr/>
      </p:nvGrpSpPr>
      <p:grpSpPr>
        <a:xfrm>
          <a:off x="0" y="0"/>
          <a:ext cx="0" cy="0"/>
          <a:chOff x="0" y="0"/>
          <a:chExt cx="0" cy="0"/>
        </a:xfrm>
      </p:grpSpPr>
      <p:sp>
        <p:nvSpPr>
          <p:cNvPr id="2" name="Title 1" descr="6JwTlxXInrnTD4qKgWPEk+tzcCFGRQhFbuWnFrbncxfJv0bNv+yFq/j/iVPkliySk+uVaZk0RIvelC+Q51mF34HbHAzSufQB-~yGsRyDUGoBhqmkXHxofFaQ==">
            <a:extLst>
              <a:ext uri="{FF2B5EF4-FFF2-40B4-BE49-F238E27FC236}">
                <a16:creationId id="{6E32CB19-CC60-4758-8E36-88BF6DFEBAE2}"/>
              </a:ext>
            </a:extLst>
          </p:cNvPr>
          <p:cNvSpPr>
            <a:spLocks noGrp="1"/>
          </p:cNvSpPr>
          <p:nvPr>
            <p:ph type="title"/>
          </p:nvPr>
        </p:nvSpPr>
        <p:spPr/>
        <p:style>
          <a:lnRef idx="0">
            <a:schemeClr val="accent1"/>
          </a:lnRef>
          <a:fillRef idx="3">
            <a:schemeClr val="accent1"/>
          </a:fillRef>
          <a:effectRef idx="3">
            <a:schemeClr val="accent1"/>
          </a:effectRef>
          <a:fontRef idx="minor">
            <a:schemeClr val="lt1"/>
          </a:fontRef>
        </p:style>
        <p:txBody>
          <a:bodyPr>
            <a:normAutofit/>
          </a:bodyPr>
          <a:lstStyle/>
          <a:p>
            <a:r>
              <a:rPr lang="en-US" sz="6600" dirty="0" b="1">
                <a:latin typeface="+mj-lt"/>
                <a:cs typeface="Aharoni" panose="02010803020104030203" pitchFamily="2" charset="-79"/>
                <a:solidFill>
                  <a:schemeClr val="tx1"/>
                </a:solidFill>
              </a:rPr>
              <a:t>Repetition</a:t>
            </a:r>
          </a:p>
        </p:txBody>
      </p:sp>
      <p:sp>
        <p:nvSpPr>
          <p:cNvPr id="3" name="Content Placeholder 2" descr="iuM2wOkkuvpge1xc1SRyMZrX8vAnaLjbqtat49a7aH2yUpTeaEcHkaoRiPTyyFOVR27B/8CT/e70jBFQlGvBTySRkF+ntVxE-~jDs7GUIrYGrDwB+v7vpsFA==">
            <a:extLst>
              <a:ext uri="{FF2B5EF4-FFF2-40B4-BE49-F238E27FC236}">
                <a16:creationId id="{70A0772C-BE9D-43F0-8427-9FF7403CB2FF}"/>
              </a:ext>
            </a:extLst>
          </p:cNvPr>
          <p:cNvSpPr>
            <a:spLocks noGrp="1"/>
          </p:cNvSpPr>
          <p:nvPr>
            <p:ph idx="1"/>
          </p:nvPr>
        </p:nvSpPr>
        <p:spPr>
          <a:xfrm>
            <a:off x="1215692" y="1772462"/>
            <a:ext cx="10031782" cy="4351338"/>
          </a:xfrm>
        </p:spPr>
        <p:txBody>
          <a:bodyPr/>
          <a:lstStyle/>
          <a:p>
            <a:r>
              <a:rPr lang="en-US" sz="4400" dirty="0"/>
              <a:t> Helps </a:t>
            </a:r>
            <a:r>
              <a:rPr lang="en-US" sz="4400" dirty="0">
                <a:solidFill>
                  <a:schemeClr val="accent1"/>
                </a:solidFill>
              </a:rPr>
              <a:t>unify</a:t>
            </a:r>
            <a:r>
              <a:rPr lang="en-US" sz="4400" dirty="0"/>
              <a:t> the design</a:t>
            </a:r>
            <a:endParaRPr lang="en-US" sz="4400" dirty="0">
              <a:solidFill>
                <a:schemeClr val="accent1"/>
              </a:solidFill>
            </a:endParaRPr>
          </a:p>
          <a:p>
            <a:r>
              <a:rPr lang="en-US" sz="4400" dirty="0"/>
              <a:t> Shows </a:t>
            </a:r>
            <a:r>
              <a:rPr lang="en-US" sz="4400" dirty="0">
                <a:solidFill>
                  <a:schemeClr val="accent1"/>
                </a:solidFill>
              </a:rPr>
              <a:t>professionalism</a:t>
            </a:r>
          </a:p>
          <a:p>
            <a:r>
              <a:rPr lang="en-US" sz="4400" dirty="0"/>
              <a:t> Indicates </a:t>
            </a:r>
            <a:r>
              <a:rPr lang="en-US" sz="4400" dirty="0">
                <a:solidFill>
                  <a:schemeClr val="accent1"/>
                </a:solidFill>
              </a:rPr>
              <a:t>thought out </a:t>
            </a:r>
            <a:r>
              <a:rPr lang="en-US" sz="4400" dirty="0"/>
              <a:t>design</a:t>
            </a:r>
            <a:endParaRPr lang="en-US" sz="4400" dirty="0">
              <a:solidFill>
                <a:schemeClr val="accent1"/>
              </a:solidFill>
            </a:endParaRPr>
          </a:p>
          <a:p>
            <a:r>
              <a:rPr lang="en-US" sz="4400" dirty="0"/>
              <a:t> Adds </a:t>
            </a:r>
            <a:r>
              <a:rPr lang="en-US" sz="4400" dirty="0">
                <a:solidFill>
                  <a:schemeClr val="accent1"/>
                </a:solidFill>
              </a:rPr>
              <a:t>consistency</a:t>
            </a:r>
            <a:endParaRPr lang="en-US" dirty="0">
              <a:solidFill>
                <a:schemeClr val="accent1"/>
              </a:solidFill>
            </a:endParaRPr>
          </a:p>
        </p:txBody>
      </p:sp>
      <p:pic>
        <p:nvPicPr>
          <p:cNvPr id="5" name="Picture 4#@#pBLSlBxrjYetsNyqJnxPIpQByLyQwS6c3Ti6s928DZTcqkbQjGcUv3QKhp+zYtcl6qOghbY2dkUSD9AQy4we9LhrhDy6M0cS-~BnsfXbswNzs173OVyC3S8A==" descr="A picture containing food, drawing, flower&#10;&#10;Description automatically generated">
            <a:extLst>
              <a:ext uri="{FF2B5EF4-FFF2-40B4-BE49-F238E27FC236}">
                <a16:creationId id="{A9E6E4C1-6D3D-4E42-9734-FFBAF2FF1010}"/>
              </a:ext>
            </a:extLst>
          </p:cNvPr>
          <p:cNvPicPr>
            <a:picLocks noChangeAspect="1"/>
          </p:cNvPicPr>
          <p:nvPr/>
        </p:nvPicPr>
        <p:blipFill>
          <a:blip r:embed="rId3">
            <a:extLst>
              <a:ext uri="{28A0092B-C50C-407E-A947-70E740481C1C}">
                <a14:useLocalDpi/>
              </a:ext>
            </a:extLst>
          </a:blip>
          <a:stretch>
            <a:fillRect/>
          </a:stretch>
        </p:blipFill>
        <p:spPr>
          <a:xfrm>
            <a:off x="1" y="1467293"/>
            <a:ext cx="12191999" cy="55382"/>
          </a:xfrm>
          <a:prstGeom prst="rect">
            <a:avLst/>
          </a:prstGeom>
        </p:spPr>
      </p:pic>
    </p:spTree>
    <p:extLst>
      <p:ext uri="{BB962C8B-B14F-4D97-AF65-F5344CB8AC3E}">
        <p14:creationId val="2416677120"/>
      </p:ext>
    </p:extLst>
  </p:cSld>
  <p:clrMapOvr>
    <a:masterClrMapping/>
  </p:clrMapOvr>
  <p:transition>
    <p14:cube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50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0"/>
                      </p:stCondLst>
                      <p:childTnLst>
                        <p:par>
                          <p:cTn id="10" fill="hold">
                            <p:stCondLst>
                              <p:cond delay="500"/>
                            </p:stCondLst>
                            <p:childTnLst>
                              <p:par>
                                <p:cTn id="11" presetID="2" presetClass="entr" presetSubtype="4"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0"/>
                      </p:stCondLst>
                      <p:childTnLst>
                        <p:par>
                          <p:cTn id="16" fill="hold">
                            <p:stCondLst>
                              <p:cond delay="500"/>
                            </p:stCondLst>
                            <p:childTnLst>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0"/>
                      </p:stCondLst>
                      <p:childTnLst>
                        <p:par>
                          <p:cTn id="22" fill="hold">
                            <p:stCondLst>
                              <p:cond delay="500"/>
                            </p:stCondLst>
                            <p:childTnLst>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7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8iQGjrry5Aw3ufrFMRbC0JIi9fYH5R1/nQ7DPkMAAlL4XKpHSg83NilDPLM+Za4gQD8BrIQXUgRH0r+YD3h1zH0fUox7M62R-~mF79+bL2YQFKzPhe2mTCVw=="/>
        <p:cNvGrpSpPr/>
        <p:nvPr/>
      </p:nvGrpSpPr>
      <p:grpSpPr>
        <a:xfrm>
          <a:off x="0" y="0"/>
          <a:ext cx="0" cy="0"/>
          <a:chOff x="0" y="0"/>
          <a:chExt cx="0" cy="0"/>
        </a:xfrm>
      </p:grpSpPr>
      <p:pic>
        <p:nvPicPr>
          <p:cNvPr id="10" name="Picture 9#@#f6HXTkdqUhrpEhg68p0mkHzwzRq3NyU39jB+83/ZCT58gPwTJoSJoXv1X9vLJdJkLaH2LzJCdQO3S3p4FTKGkufi2K8aeFck-~qz4Ca51YeUt+udYXNh4gnQ==" descr="A picture containing food, drawing, flower&#10;&#10;Description automatically generated">
            <a:extLst>
              <a:ext uri="{FF2B5EF4-FFF2-40B4-BE49-F238E27FC236}">
                <a16:creationId id="{4386B3A0-3906-4955-BB07-C5CE7C5B2A1B}"/>
              </a:ext>
            </a:extLst>
          </p:cNvPr>
          <p:cNvPicPr>
            <a:picLocks noChangeAspect="1"/>
          </p:cNvPicPr>
          <p:nvPr/>
        </p:nvPicPr>
        <p:blipFill>
          <a:blip r:embed="rId3">
            <a:extLst>
              <a:ext uri="{28A0092B-C50C-407E-A947-70E740481C1C}">
                <a14:useLocalDpi/>
              </a:ext>
            </a:extLst>
          </a:blip>
          <a:stretch>
            <a:fillRect/>
          </a:stretch>
        </p:blipFill>
        <p:spPr>
          <a:xfrm>
            <a:off x="0" y="6200775"/>
            <a:ext cx="12191999" cy="657225"/>
          </a:xfrm>
          <a:prstGeom prst="rect">
            <a:avLst/>
          </a:prstGeom>
          <a:ln>
            <a:noFill/>
          </a:ln>
          <a:effectLst>
            <a:reflection blurRad="12700" stA="48000" endA="300" endPos="55000" dist="50800" dir="5400000" sy="-100000" algn="bl" rotWithShape="0"/>
          </a:effectLst>
          <a:scene3d>
            <a:camera prst="perspectiveRight"/>
            <a:lightRig rig="balanced" dir="t"/>
          </a:scene3d>
          <a:sp3d>
            <a:bevelT w="190500" h="38100"/>
          </a:sp3d>
        </p:spPr>
      </p:pic>
      <p:sp>
        <p:nvSpPr>
          <p:cNvPr id="2" name="Title 1" descr="YlqoTjriUEqBr6USeuA3gz1H1WtKbydxRaw81qiXb3gmyF3R27KYtfszkwznu+mCfydPT7gNC0klh/qfKbmxnhY3J5ohTwRX-~ldagOspX81EhJpL/ZLHfug==">
            <a:extLst>
              <a:ext uri="{FF2B5EF4-FFF2-40B4-BE49-F238E27FC236}">
                <a16:creationId id="{6E32CB19-CC60-4758-8E36-88BF6DFEBAE2}"/>
              </a:ext>
            </a:extLst>
          </p:cNvPr>
          <p:cNvSpPr>
            <a:spLocks noGrp="1"/>
          </p:cNvSpPr>
          <p:nvPr>
            <p:ph type="title"/>
          </p:nvPr>
        </p:nvSpPr>
        <p:spPr>
          <a:xfrm>
            <a:off x="0" y="585938"/>
            <a:ext cx="12192000" cy="1325563"/>
          </a:xfrm>
          <a:noFill/>
        </p:spPr>
        <p:style>
          <a:lnRef idx="0">
            <a:schemeClr val="accent1"/>
          </a:lnRef>
          <a:fillRef idx="3">
            <a:schemeClr val="accent1"/>
          </a:fillRef>
          <a:effectRef idx="3">
            <a:schemeClr val="accent1"/>
          </a:effectRef>
          <a:fontRef idx="minor">
            <a:schemeClr val="lt1"/>
          </a:fontRef>
        </p:style>
        <p:txBody>
          <a:bodyPr>
            <a:normAutofit/>
          </a:bodyPr>
          <a:lstStyle/>
          <a:p>
            <a:pPr algn="ctr"/>
            <a:r>
              <a:rPr lang="en-US" sz="6600" dirty="0">
                <a:solidFill>
                  <a:schemeClr val="tx1"/>
                </a:solidFill>
                <a:latin typeface="+mj-lt"/>
                <a:cs typeface="Aharoni" panose="02010803020104030203" pitchFamily="2" charset="-79"/>
              </a:rPr>
              <a:t>Consistency in Color &amp; Style</a:t>
            </a:r>
          </a:p>
        </p:txBody>
      </p:sp>
      <p:pic>
        <p:nvPicPr>
          <p:cNvPr id="4" name="Picture 3#@#m+D5zbNkYOUV6KmoFNkmI90nIp6o2FkT5J+7X+IYZpGKBArG5aYbUc1lybC/DEsSXNfS5FtFu5jyow7qPuO7JdKjlMt9bgHZ-~eEXjbqSgaWFAq/lzDP0UIg==" descr="">
            <a:extLst>
              <a:ext uri="{FF2B5EF4-FFF2-40B4-BE49-F238E27FC236}">
                <a16:creationId id="{F0E915A9-2C32-4935-B790-55028BDB6873}"/>
              </a:ext>
            </a:extLst>
          </p:cNvPr>
          <p:cNvPicPr>
            <a:picLocks/>
          </p:cNvPicPr>
          <p:nvPr/>
        </p:nvPicPr>
        <p:blipFill>
          <a:blip r:embed="rId4" cstate="screen">
            <a:grayscl/>
            <a:extLst>
              <a:ext uri="{28A0092B-C50C-407E-A947-70E740481C1C}">
                <a14:useLocalDpi/>
              </a:ext>
            </a:extLst>
          </a:blip>
          <a:srcRect/>
          <a:stretch/>
        </p:blipFill>
        <p:spPr>
          <a:xfrm>
            <a:off x="3525467" y="2812727"/>
            <a:ext cx="4567718" cy="3446753"/>
          </a:xfrm>
          <a:prstGeom prst="rect">
            <a:avLst/>
          </a:prstGeom>
          <a:ln>
            <a:noFill/>
          </a:ln>
          <a:effectLst>
            <a:reflection blurRad="12700" stA="48000" endA="300" endPos="55000" dist="50800" dir="5400000" sy="-100000" algn="bl" rotWithShape="0"/>
          </a:effectLst>
          <a:scene3d>
            <a:camera prst="perspectiveRight"/>
            <a:lightRig rig="balanced" dir="t"/>
          </a:scene3d>
          <a:sp3d>
            <a:bevelT w="190500" h="38100"/>
          </a:sp3d>
        </p:spPr>
      </p:pic>
      <p:pic>
        <p:nvPicPr>
          <p:cNvPr id="6" name="Picture 5#@#Rg2LJA5Uolf1cSS7oK6s0kwkPO2jMPlHtCNSqe/eHSyVClFzeMhkIfQJck+cWgFDU+DGrOHy8Lm5IWqwWmp7fZBKtn0f0xVt-~zzwhaQqC51bpDgqzXHmjFg==" descr="">
            <a:extLst>
              <a:ext uri="{FF2B5EF4-FFF2-40B4-BE49-F238E27FC236}">
                <a16:creationId id="{5DABDDE7-01C7-489D-B850-0A9589314654}"/>
              </a:ext>
            </a:extLst>
          </p:cNvPr>
          <p:cNvPicPr>
            <a:picLocks/>
          </p:cNvPicPr>
          <p:nvPr/>
        </p:nvPicPr>
        <p:blipFill>
          <a:blip r:embed="rId5" cstate="screen">
            <a:grayscl/>
            <a:extLst>
              <a:ext uri="{28A0092B-C50C-407E-A947-70E740481C1C}">
                <a14:useLocalDpi/>
              </a:ext>
            </a:extLst>
          </a:blip>
          <a:srcRect/>
          <a:stretch/>
        </p:blipFill>
        <p:spPr>
          <a:xfrm>
            <a:off x="1" y="2812728"/>
            <a:ext cx="3387256" cy="3446753"/>
          </a:xfrm>
          <a:prstGeom prst="rect">
            <a:avLst/>
          </a:prstGeom>
          <a:ln>
            <a:noFill/>
          </a:ln>
          <a:effectLst>
            <a:reflection blurRad="12700" stA="48000" endA="300" endPos="55000" dist="50800" dir="5400000" sy="-100000" algn="bl" rotWithShape="0"/>
          </a:effectLst>
          <a:scene3d>
            <a:camera prst="perspectiveRight"/>
            <a:lightRig rig="balanced" dir="t"/>
          </a:scene3d>
          <a:sp3d>
            <a:bevelT w="190500" h="38100"/>
          </a:sp3d>
        </p:spPr>
      </p:pic>
      <p:pic>
        <p:nvPicPr>
          <p:cNvPr id="8" name="Picture 7#@#ftV0KntzyA67g6E941IlSwetaP39+wb/rCydK4jgCkorXLiDk5egwhSwA9QVBgjP41VzzHCGYdSa6xU+f5AGxSz7GX0yDqka-~eVv9I7Kmfc+1QHdgNr+JLw==" descr="">
            <a:extLst>
              <a:ext uri="{FF2B5EF4-FFF2-40B4-BE49-F238E27FC236}">
                <a16:creationId id="{674E4B10-BBAF-4998-84BF-136A1D41159D}"/>
              </a:ext>
            </a:extLst>
          </p:cNvPr>
          <p:cNvPicPr>
            <a:picLocks/>
          </p:cNvPicPr>
          <p:nvPr/>
        </p:nvPicPr>
        <p:blipFill>
          <a:blip r:embed="rId6" cstate="screen">
            <a:grayscl/>
            <a:extLst>
              <a:ext uri="{28A0092B-C50C-407E-A947-70E740481C1C}">
                <a14:useLocalDpi/>
              </a:ext>
            </a:extLst>
          </a:blip>
          <a:srcRect/>
          <a:stretch/>
        </p:blipFill>
        <p:spPr>
          <a:xfrm>
            <a:off x="8231395" y="2807973"/>
            <a:ext cx="3884254" cy="3446753"/>
          </a:xfrm>
          <a:prstGeom prst="rect">
            <a:avLst/>
          </a:prstGeom>
          <a:ln>
            <a:noFill/>
          </a:ln>
          <a:effectLst>
            <a:reflection blurRad="12700" stA="48000" endA="300" endPos="55000" dist="50800" dir="5400000" sy="-100000" algn="bl" rotWithShape="0"/>
          </a:effectLst>
          <a:scene3d>
            <a:camera prst="perspectiveRight"/>
            <a:lightRig rig="balanced" dir="t"/>
          </a:scene3d>
          <a:sp3d>
            <a:bevelT w="190500" h="38100"/>
          </a:sp3d>
        </p:spPr>
      </p:pic>
      <p:pic>
        <p:nvPicPr>
          <p:cNvPr id="11" name="Picture 10#@#JdXxoQqxbEVFlL2VssOSv4ersMUFKHYgMhRMyJb7hfwXz7PjTHFjX3tmCpwphfqyWnWFjieKD+rIUKBIRn/klEHpk1iNWelL-~uIetjYM9A0uUensQlWj8Sg==" descr="A picture containing food, drawing, flower&#10;&#10;Description automatically generated">
            <a:extLst>
              <a:ext uri="{FF2B5EF4-FFF2-40B4-BE49-F238E27FC236}">
                <a16:creationId id="{881BF913-7F4F-4AE7-85A8-11E656E8A4F5}"/>
              </a:ext>
            </a:extLst>
          </p:cNvPr>
          <p:cNvPicPr>
            <a:picLocks noChangeAspect="1"/>
          </p:cNvPicPr>
          <p:nvPr/>
        </p:nvPicPr>
        <p:blipFill>
          <a:blip r:embed="rId3">
            <a:extLst>
              <a:ext uri="{28A0092B-C50C-407E-A947-70E740481C1C}">
                <a14:useLocalDpi/>
              </a:ext>
            </a:extLst>
          </a:blip>
          <a:stretch>
            <a:fillRect/>
          </a:stretch>
        </p:blipFill>
        <p:spPr>
          <a:xfrm>
            <a:off x="-1" y="1851866"/>
            <a:ext cx="12191999" cy="119270"/>
          </a:xfrm>
          <a:prstGeom prst="rect">
            <a:avLst/>
          </a:prstGeom>
        </p:spPr>
      </p:pic>
    </p:spTree>
    <p:extLst>
      <p:ext uri="{BB962C8B-B14F-4D97-AF65-F5344CB8AC3E}">
        <p14:creationId val="65608884"/>
      </p:ext>
    </p:extLst>
  </p:cSld>
  <p:clrMapOvr>
    <a:masterClrMapping/>
  </p:clrMapOvr>
  <p:transition>
    <p14:cube dir="d"/>
  </p:transition>
</p:sld>
</file>

<file path=ppt/slides/slide6.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Fnkt2Jpz7guNhOXnaX2Mdzhh40BGNhEsTLWH9VFe8sOartT3SLXhsOPJVvqoyxrpCWhWEojRGlXQetOmKF3lmnNVTyKnKelD-~Nk5O/wkIEQexpO8wIHG+hw=="/>
        <p:cNvGrpSpPr/>
        <p:nvPr/>
      </p:nvGrpSpPr>
      <p:grpSpPr>
        <a:xfrm>
          <a:off x="0" y="0"/>
          <a:ext cx="0" cy="0"/>
          <a:chOff x="0" y="0"/>
          <a:chExt cx="0" cy="0"/>
        </a:xfrm>
      </p:grpSpPr>
      <p:sp>
        <p:nvSpPr>
          <p:cNvPr id="2" name="Title 1" descr="wS+bY3lOAonikA0fv0D652Sk+z10K7jLrFqej8cixbsjtKeH+F2fwpOXlTaIH5b2kWMXMHtDEUMOklCP2T9XyoRXCb5InBW2-~rhXBlm6jyzFjLUNuG73MNw==">
            <a:extLst>
              <a:ext uri="{FF2B5EF4-FFF2-40B4-BE49-F238E27FC236}">
                <a16:creationId id="{6E32CB19-CC60-4758-8E36-88BF6DFEBAE2}"/>
              </a:ext>
            </a:extLst>
          </p:cNvPr>
          <p:cNvSpPr>
            <a:spLocks noGrp="1"/>
          </p:cNvSpPr>
          <p:nvPr>
            <p:ph type="title"/>
          </p:nvPr>
        </p:nvSpPr>
        <p:spPr>
          <a:xfrm>
            <a:off x="838200" y="310896"/>
            <a:ext cx="10515600" cy="1325563"/>
          </a:xfrm>
        </p:spPr>
        <p:style>
          <a:lnRef idx="0">
            <a:schemeClr val="accent1"/>
          </a:lnRef>
          <a:fillRef idx="3">
            <a:schemeClr val="accent1"/>
          </a:fillRef>
          <a:effectRef idx="3">
            <a:schemeClr val="accent1"/>
          </a:effectRef>
          <a:fontRef idx="minor">
            <a:schemeClr val="lt1"/>
          </a:fontRef>
        </p:style>
        <p:txBody>
          <a:bodyPr>
            <a:normAutofit/>
          </a:bodyPr>
          <a:lstStyle/>
          <a:p>
            <a:r>
              <a:rPr lang="en-US" sz="6600" dirty="0" b="1">
                <a:latin typeface="+mj-lt"/>
                <a:cs typeface="Aharoni" panose="02010803020104030203" pitchFamily="2" charset="-79"/>
                <a:solidFill>
                  <a:schemeClr val="tx1"/>
                </a:solidFill>
              </a:rPr>
              <a:t>Alignment</a:t>
            </a:r>
          </a:p>
        </p:txBody>
      </p:sp>
      <p:sp>
        <p:nvSpPr>
          <p:cNvPr id="3" name="Content Placeholder 2" descr="JkFaBmJT+tQkCpjDt5RExQCZQu5ml3J521ZgI5D/BLtEP4w3vkTzSBGIBtuh8AeFdnnteg7g11W1c16/4UVN3vibSWAggmYm-~lIqvcWVTmKQFsI1q2MjGsA==">
            <a:extLst>
              <a:ext uri="{FF2B5EF4-FFF2-40B4-BE49-F238E27FC236}">
                <a16:creationId id="{70A0772C-BE9D-43F0-8427-9FF7403CB2FF}"/>
              </a:ext>
            </a:extLst>
          </p:cNvPr>
          <p:cNvSpPr>
            <a:spLocks noGrp="1"/>
          </p:cNvSpPr>
          <p:nvPr>
            <p:ph idx="1"/>
          </p:nvPr>
        </p:nvSpPr>
        <p:spPr>
          <a:xfrm>
            <a:off x="1120000" y="1852155"/>
            <a:ext cx="10233800" cy="4351338"/>
          </a:xfrm>
        </p:spPr>
        <p:txBody>
          <a:bodyPr>
            <a:normAutofit/>
          </a:bodyPr>
          <a:lstStyle/>
          <a:p>
            <a:r>
              <a:rPr lang="en-US" sz="4400" dirty="0">
                <a:solidFill>
                  <a:schemeClr val="tx1"/>
                </a:solidFill>
              </a:rPr>
              <a:t> Keeps </a:t>
            </a:r>
            <a:r>
              <a:rPr lang="en-US" sz="4400" dirty="0">
                <a:solidFill>
                  <a:schemeClr val="accent1"/>
                </a:solidFill>
              </a:rPr>
              <a:t>focus</a:t>
            </a:r>
            <a:r>
              <a:rPr lang="en-US" sz="4400" dirty="0">
                <a:solidFill>
                  <a:schemeClr val="tx1"/>
                </a:solidFill>
              </a:rPr>
              <a:t> on intended message</a:t>
            </a:r>
          </a:p>
          <a:p>
            <a:r>
              <a:rPr lang="en-US" sz="4400" dirty="0">
                <a:solidFill>
                  <a:schemeClr val="tx1"/>
                </a:solidFill>
              </a:rPr>
              <a:t> Gives </a:t>
            </a:r>
            <a:r>
              <a:rPr lang="en-US" sz="4400" dirty="0">
                <a:solidFill>
                  <a:schemeClr val="accent1"/>
                </a:solidFill>
              </a:rPr>
              <a:t>order</a:t>
            </a:r>
          </a:p>
          <a:p>
            <a:r>
              <a:rPr lang="en-US" sz="4400" dirty="0">
                <a:solidFill>
                  <a:schemeClr val="tx1"/>
                </a:solidFill>
              </a:rPr>
              <a:t> Message is </a:t>
            </a:r>
            <a:r>
              <a:rPr lang="en-US" sz="4400" dirty="0">
                <a:solidFill>
                  <a:schemeClr val="accent1"/>
                </a:solidFill>
              </a:rPr>
              <a:t>focal point</a:t>
            </a:r>
          </a:p>
          <a:p>
            <a:r>
              <a:rPr lang="en-US" sz="4400" dirty="0">
                <a:solidFill>
                  <a:schemeClr val="accent1"/>
                </a:solidFill>
              </a:rPr>
              <a:t>Unifies</a:t>
            </a:r>
            <a:r>
              <a:rPr lang="en-US" sz="4400" dirty="0">
                <a:solidFill>
                  <a:schemeClr val="tx1"/>
                </a:solidFill>
              </a:rPr>
              <a:t> the presentation</a:t>
            </a:r>
          </a:p>
          <a:p>
            <a:pPr marL="0" indent="0">
              <a:buNone/>
            </a:pPr>
            <a:endParaRPr lang="en-US" sz="4000" dirty="0"/>
          </a:p>
        </p:txBody>
      </p:sp>
      <p:pic>
        <p:nvPicPr>
          <p:cNvPr id="6" name="Picture 5#@#r/CphzZJOm+WiEkCGDJjvrXia4g19J0CLkcAWISN+ZBwpaQ1S4lbG+1vzHI30OtHm0m6XtiwzaiClksdDTHPhG0jxlHT74bE-~Zzaj07gbaQLZFw5nAhlkgA==" descr="A picture containing food, drawing, flower&#10;&#10;Description automatically generated">
            <a:extLst>
              <a:ext uri="{FF2B5EF4-FFF2-40B4-BE49-F238E27FC236}">
                <a16:creationId id="{BF5384B6-7751-4372-B262-E70C54CAA792}"/>
              </a:ext>
            </a:extLst>
          </p:cNvPr>
          <p:cNvPicPr>
            <a:picLocks noChangeAspect="1"/>
          </p:cNvPicPr>
          <p:nvPr/>
        </p:nvPicPr>
        <p:blipFill>
          <a:blip r:embed="rId3">
            <a:extLst>
              <a:ext uri="{28A0092B-C50C-407E-A947-70E740481C1C}">
                <a14:useLocalDpi/>
              </a:ext>
            </a:extLst>
          </a:blip>
          <a:stretch>
            <a:fillRect/>
          </a:stretch>
        </p:blipFill>
        <p:spPr>
          <a:xfrm>
            <a:off x="1" y="1467293"/>
            <a:ext cx="12191999" cy="55382"/>
          </a:xfrm>
          <a:prstGeom prst="rect">
            <a:avLst/>
          </a:prstGeom>
        </p:spPr>
      </p:pic>
    </p:spTree>
    <p:extLst>
      <p:ext uri="{BB962C8B-B14F-4D97-AF65-F5344CB8AC3E}">
        <p14:creationId val="327090855"/>
      </p:ext>
    </p:extLst>
  </p:cSld>
  <p:clrMapOvr>
    <a:masterClrMapping/>
  </p:clrMapOvr>
  <p:transition>
    <p14:cube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50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0"/>
                      </p:stCondLst>
                      <p:childTnLst>
                        <p:par>
                          <p:cTn id="10" fill="hold">
                            <p:stCondLst>
                              <p:cond delay="500"/>
                            </p:stCondLst>
                            <p:childTnLst>
                              <p:par>
                                <p:cTn id="11" presetID="2" presetClass="entr" presetSubtype="4"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0"/>
                      </p:stCondLst>
                      <p:childTnLst>
                        <p:par>
                          <p:cTn id="16" fill="hold">
                            <p:stCondLst>
                              <p:cond delay="500"/>
                            </p:stCondLst>
                            <p:childTnLst>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0"/>
                      </p:stCondLst>
                      <p:childTnLst>
                        <p:par>
                          <p:cTn id="22" fill="hold">
                            <p:stCondLst>
                              <p:cond delay="500"/>
                            </p:stCondLst>
                            <p:childTnLst>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7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riHQal9TpVxvlzDTnrEys6oPjWmt+Dr3h/qfwohAg554+iY64BqFioLRjD7593dWRW0eqkYc46JV7VKhTTR9khTixG4ekHEt-~qwl23Kl3H1iwQOX20CLBGA=="/>
        <p:cNvGrpSpPr/>
        <p:nvPr/>
      </p:nvGrpSpPr>
      <p:grpSpPr>
        <a:xfrm>
          <a:off x="0" y="0"/>
          <a:ext cx="0" cy="0"/>
          <a:chOff x="0" y="0"/>
          <a:chExt cx="0" cy="0"/>
        </a:xfrm>
      </p:grpSpPr>
      <p:sp>
        <p:nvSpPr>
          <p:cNvPr id="2" name="Title 1" descr="M87mPQOGcgY1wRZ7a9VM6nx3U0/dC3FTFU3aFe71lAScHLhkFjmsli0fvn314KIA3WdPGKX5rdsEUWhwrqY9rBM+qOvs5RvQ-~WT/IUdUj7uiaGf77SfzSHg==">
            <a:extLst>
              <a:ext uri="{FF2B5EF4-FFF2-40B4-BE49-F238E27FC236}">
                <a16:creationId id="{6E32CB19-CC60-4758-8E36-88BF6DFEBAE2}"/>
              </a:ext>
            </a:extLst>
          </p:cNvPr>
          <p:cNvSpPr>
            <a:spLocks noGrp="1"/>
          </p:cNvSpPr>
          <p:nvPr>
            <p:ph type="title"/>
          </p:nvPr>
        </p:nvSpPr>
        <p:spPr>
          <a:xfrm>
            <a:off x="0" y="530631"/>
            <a:ext cx="12192000" cy="1325563"/>
          </a:xfrm>
          <a:noFill/>
        </p:spPr>
        <p:style>
          <a:lnRef idx="0">
            <a:schemeClr val="accent1"/>
          </a:lnRef>
          <a:fillRef idx="3">
            <a:schemeClr val="accent1"/>
          </a:fillRef>
          <a:effectRef idx="3">
            <a:schemeClr val="accent1"/>
          </a:effectRef>
          <a:fontRef idx="minor">
            <a:schemeClr val="lt1"/>
          </a:fontRef>
        </p:style>
        <p:txBody>
          <a:bodyPr>
            <a:normAutofit/>
          </a:bodyPr>
          <a:lstStyle/>
          <a:p>
            <a:pPr algn="ctr"/>
            <a:r>
              <a:rPr lang="en-US" sz="6600" dirty="0">
                <a:solidFill>
                  <a:schemeClr val="tx1"/>
                </a:solidFill>
                <a:latin typeface="+mj-lt"/>
                <a:cs typeface="Aharoni" panose="02010803020104030203" pitchFamily="2" charset="-79"/>
              </a:rPr>
              <a:t>Text Alignment</a:t>
            </a:r>
          </a:p>
        </p:txBody>
      </p:sp>
      <p:sp>
        <p:nvSpPr>
          <p:cNvPr id="18" name="TextBox 17" descr="YASKxbdsoDRMc/ZDOkvTVyC43/kzZu8bBvzNlUdQMAubanJQMHWj16wFahNwHCv0LNb4RpBcOXPakftOsHA+6Si8Cfxx1sDz-~AjQttWtwgp+UjdPabuEXfw==">
            <a:extLst>
              <a:ext uri="{FF2B5EF4-FFF2-40B4-BE49-F238E27FC236}">
                <a16:creationId id="{DC8A396E-CEC9-428C-B584-7FD5A4015E71}"/>
              </a:ext>
            </a:extLst>
          </p:cNvPr>
          <p:cNvSpPr txBox="1"/>
          <p:nvPr/>
        </p:nvSpPr>
        <p:spPr>
          <a:xfrm>
            <a:off x="1324303" y="2181072"/>
            <a:ext cx="3042745" cy="123110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chemeClr val="accent1"/>
                </a:solidFill>
                <a:effectLst/>
                <a:uLnTx/>
                <a:uFillTx/>
                <a:latin typeface="Corbel" panose="020B0503020204020204"/>
                <a:ea typeface="+mn-ea"/>
                <a:cs typeface="+mn-cs"/>
              </a:rPr>
              <a:t>Flush left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rPr>
              <a:t>This is an example of left alignment. The text lines up with the left edge.</a:t>
            </a:r>
          </a:p>
        </p:txBody>
      </p:sp>
      <p:sp>
        <p:nvSpPr>
          <p:cNvPr id="20" name="TextBox 19" descr="4xK1O6nl4whS9XOOTdH7f/8bocA6PXSiKiO7jUTW4GpinljZLVLxh8+7Oz8s0UyObglXd2oy8iA1wXeTrsLcBOi4dFzt5rGI-~WaP5wUK5nQyFjk1UkxqxDg==">
            <a:extLst>
              <a:ext uri="{FF2B5EF4-FFF2-40B4-BE49-F238E27FC236}">
                <a16:creationId id="{19B325D1-9B9A-4B7D-8DB5-8654ACB5B2C1}"/>
              </a:ext>
            </a:extLst>
          </p:cNvPr>
          <p:cNvSpPr txBox="1"/>
          <p:nvPr/>
        </p:nvSpPr>
        <p:spPr>
          <a:xfrm>
            <a:off x="8161282" y="2181072"/>
            <a:ext cx="3042745" cy="123110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chemeClr val="accent1"/>
                </a:solidFill>
                <a:effectLst/>
                <a:uLnTx/>
                <a:uFillTx/>
                <a:latin typeface="Corbel" panose="020B0503020204020204"/>
                <a:ea typeface="+mn-ea"/>
                <a:cs typeface="+mn-cs"/>
              </a:rPr>
              <a:t>Flush right</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rPr>
              <a:t>This is an example of right alignment. The text lines up with the right edge.</a:t>
            </a:r>
          </a:p>
        </p:txBody>
      </p:sp>
      <p:sp>
        <p:nvSpPr>
          <p:cNvPr id="22" name="TextBox 21" descr="4oseAYVe9YcZAouaJ001PkCae1BKSGElWoTRBZBDH651oTSM/3RVbrvPm+yi+qaRjrkl50oMPB81itbVqo1jX3cKm+3QVhH9-~Ki/NiFx8Cx5irvYQDyAr+w==">
            <a:extLst>
              <a:ext uri="{FF2B5EF4-FFF2-40B4-BE49-F238E27FC236}">
                <a16:creationId id="{EB01A93F-3BDC-4A31-A3D9-2F91D8E9AD3F}"/>
              </a:ext>
            </a:extLst>
          </p:cNvPr>
          <p:cNvSpPr txBox="1"/>
          <p:nvPr/>
        </p:nvSpPr>
        <p:spPr>
          <a:xfrm>
            <a:off x="2509343" y="4323519"/>
            <a:ext cx="3042745" cy="123110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chemeClr val="accent1"/>
                </a:solidFill>
                <a:effectLst/>
                <a:uLnTx/>
                <a:uFillTx/>
                <a:latin typeface="Corbel" panose="020B0503020204020204"/>
                <a:ea typeface="+mn-ea"/>
                <a:cs typeface="+mn-cs"/>
              </a:rPr>
              <a:t>Centered</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rPr>
              <a:t>This is an example of center alignment. The text lines up with the center.</a:t>
            </a:r>
          </a:p>
        </p:txBody>
      </p:sp>
      <p:sp>
        <p:nvSpPr>
          <p:cNvPr id="24" name="TextBox 23" descr="XIv/4FX2e5V4E/kzCdIKraoy1CmGI9EdjlWzri4UZ07zrY+DEDABHMWd02r5B/V+xAi8/gSiZsNJvOCWl0hDs81DqSL9XwBO-~MJAvlVo1TaVakDhQ/9qcNQ==">
            <a:extLst>
              <a:ext uri="{FF2B5EF4-FFF2-40B4-BE49-F238E27FC236}">
                <a16:creationId id="{0A281D8A-5FDB-4127-9CE2-80767A355A45}"/>
              </a:ext>
            </a:extLst>
          </p:cNvPr>
          <p:cNvSpPr txBox="1"/>
          <p:nvPr/>
        </p:nvSpPr>
        <p:spPr>
          <a:xfrm>
            <a:off x="6390398" y="4151134"/>
            <a:ext cx="2267608" cy="1785104"/>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chemeClr val="accent1"/>
                </a:solidFill>
                <a:effectLst/>
                <a:uLnTx/>
                <a:uFillTx/>
                <a:latin typeface="Corbel" panose="020B0503020204020204"/>
                <a:ea typeface="+mn-ea"/>
                <a:cs typeface="+mn-cs"/>
              </a:rPr>
              <a:t>Justify</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rPr>
              <a:t>This is an example of justified type. The text lines up with the left and the right edges.</a:t>
            </a:r>
          </a:p>
        </p:txBody>
      </p:sp>
      <p:pic>
        <p:nvPicPr>
          <p:cNvPr id="3" name="Picture 2#@#CSgbZAlefeWFKgC0IYVgjxjuc6/nHTyB7CHcn1Ojr9h9i+PHQ1voTsT3wTyvEKGBy6GlUWkaJ5vTT8RkywdsN16gBtveZuFz-~IvEy/WyBzw7ksUqXn6ErpQ==" descr="A picture containing food, drawing, flower&#10;&#10;Description automatically generated">
            <a:extLst>
              <a:ext uri="{FF2B5EF4-FFF2-40B4-BE49-F238E27FC236}">
                <a16:creationId id="{C3C2919A-22E7-4066-8B6A-B734DCC6AACF}"/>
              </a:ext>
            </a:extLst>
          </p:cNvPr>
          <p:cNvPicPr>
            <a:picLocks noChangeAspect="1"/>
          </p:cNvPicPr>
          <p:nvPr/>
        </p:nvPicPr>
        <p:blipFill>
          <a:blip r:embed="rId3">
            <a:extLst>
              <a:ext uri="{28A0092B-C50C-407E-A947-70E740481C1C}">
                <a14:useLocalDpi/>
              </a:ext>
            </a:extLst>
          </a:blip>
          <a:stretch>
            <a:fillRect/>
          </a:stretch>
        </p:blipFill>
        <p:spPr>
          <a:xfrm>
            <a:off x="1" y="1729142"/>
            <a:ext cx="12191999" cy="119270"/>
          </a:xfrm>
          <a:prstGeom prst="rect">
            <a:avLst/>
          </a:prstGeom>
        </p:spPr>
      </p:pic>
      <p:cxnSp>
        <p:nvCxnSpPr>
          <p:cNvPr id="5" name="Straight Connector 4" descr="2OBg0tZQLJQlgsmSLMaR/0KR93vg0DQr31sWArPmI3dHNAkxEKMih/92GcaaTU047GL458bgeNFRrh+CKrfDGyLTEZMFxTLm-~35Ok14IMGpQm+TORjPW0QA==">
            <a:extLst>
              <a:ext uri="{FF2B5EF4-FFF2-40B4-BE49-F238E27FC236}">
                <a16:creationId id="{E9C286A9-43C6-469D-92DE-7E0D7F46EF39}"/>
              </a:ext>
            </a:extLst>
          </p:cNvPr>
          <p:cNvCxnSpPr/>
          <p:nvPr/>
        </p:nvCxnSpPr>
        <p:spPr>
          <a:xfrm>
            <a:off x="1324303" y="2248930"/>
            <a:ext cx="0" cy="1105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descr="lRd2liWLz80x9GL7b9d4ns5zRHWPybb5IfbaliVkbQYAJ0YhSUqUiBNery7ZEDKvlN5lq1fsmF19igeIbVrC0bdc97eiSQqm-~fJpBLh2ZziCmazhpXqn0JQ==">
            <a:extLst>
              <a:ext uri="{FF2B5EF4-FFF2-40B4-BE49-F238E27FC236}">
                <a16:creationId id="{D32E4593-98CD-4BCD-936B-4244C6B29B4B}"/>
              </a:ext>
            </a:extLst>
          </p:cNvPr>
          <p:cNvCxnSpPr/>
          <p:nvPr/>
        </p:nvCxnSpPr>
        <p:spPr>
          <a:xfrm>
            <a:off x="11263822" y="2248930"/>
            <a:ext cx="0" cy="1105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descr="jVAEVpWos7D92SMvz5LIxc2o18PDFwnTslb+AX5bL/RFpERKwqoYnmf9oI8p/iLYofMW62VNF8neQzxbnOS982Le0E0YlexU-~OxFf3XtCv230WmFCutxgVw==">
            <a:extLst>
              <a:ext uri="{FF2B5EF4-FFF2-40B4-BE49-F238E27FC236}">
                <a16:creationId id="{F2C536CB-54BA-464D-90A9-FB12928F77A8}"/>
              </a:ext>
            </a:extLst>
          </p:cNvPr>
          <p:cNvCxnSpPr/>
          <p:nvPr/>
        </p:nvCxnSpPr>
        <p:spPr>
          <a:xfrm>
            <a:off x="21203341" y="2248930"/>
            <a:ext cx="0" cy="1105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descr="UVSKLgjXitFgFRbumXRbvSHX2hS+nWSsUCsWXb1G9HWoTBfeZb8BvEd+eli5Cqdgqg1Xk7EB1IZ3mSNB8kBW+7ry6sD9oPj1-~aDO3b/6FvEhSCkmvVN1CXQ==">
            <a:extLst>
              <a:ext uri="{FF2B5EF4-FFF2-40B4-BE49-F238E27FC236}">
                <a16:creationId id="{37579A13-8F10-4B9C-9862-E5BC2B0BE962}"/>
              </a:ext>
            </a:extLst>
          </p:cNvPr>
          <p:cNvCxnSpPr/>
          <p:nvPr/>
        </p:nvCxnSpPr>
        <p:spPr>
          <a:xfrm>
            <a:off x="3993480" y="4639433"/>
            <a:ext cx="0" cy="1105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descr="QXsGyKPhQHpk2S+jPdT3pm+FsoMthx7EFKd9TQhha7MVu+S0ahBEwfI1AHWU9H6riQrwJBg0/X8eFpQ881v8d6HtxQzS3OWx-~eP3ZWxfUFLsN0ZWQoiXW/w==">
            <a:extLst>
              <a:ext uri="{FF2B5EF4-FFF2-40B4-BE49-F238E27FC236}">
                <a16:creationId id="{D3C66B51-AFEC-4218-A88C-C805FB0077BD}"/>
              </a:ext>
            </a:extLst>
          </p:cNvPr>
          <p:cNvCxnSpPr/>
          <p:nvPr/>
        </p:nvCxnSpPr>
        <p:spPr>
          <a:xfrm>
            <a:off x="6323022" y="4639433"/>
            <a:ext cx="0" cy="1105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descr="po4Y8iKunyyMOROqAdq6qftsauOmx+MxKteFcN2qoGT6FtZm45R0NtoRBWg2vRaZUVUW3zhoFc762AZcjQqhfQi7F8CZtwPp-~ntlsbva1RBEyhcjB13tu6g==">
            <a:extLst>
              <a:ext uri="{FF2B5EF4-FFF2-40B4-BE49-F238E27FC236}">
                <a16:creationId id="{10AEFFBC-3BA6-4C51-8C45-1E8F185B559D}"/>
              </a:ext>
            </a:extLst>
          </p:cNvPr>
          <p:cNvCxnSpPr/>
          <p:nvPr/>
        </p:nvCxnSpPr>
        <p:spPr>
          <a:xfrm>
            <a:off x="8652564" y="4639433"/>
            <a:ext cx="0" cy="11055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val="2212093181"/>
      </p:ext>
    </p:extLst>
  </p:cSld>
  <p:clrMapOvr>
    <a:masterClrMapping/>
  </p:clrMapOvr>
  <p:transition>
    <p14:cube dir="d"/>
  </p:transition>
</p:sld>
</file>

<file path=ppt/slides/slide8.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W5/QRP/TLRES28lyCJB6dT+xoN1X8xGURDLyivqLDygnVW2V6H8qT2XdrrjItnAB9RP3yB82IAYc1+bQiODg7lZs6vUMj0qx-~FmKr8VZRj2n3YzOWMKo7+g=="/>
        <p:cNvGrpSpPr/>
        <p:nvPr/>
      </p:nvGrpSpPr>
      <p:grpSpPr>
        <a:xfrm>
          <a:off x="0" y="0"/>
          <a:ext cx="0" cy="0"/>
          <a:chOff x="0" y="0"/>
          <a:chExt cx="0" cy="0"/>
        </a:xfrm>
      </p:grpSpPr>
      <p:sp>
        <p:nvSpPr>
          <p:cNvPr id="2" name="Title 1" descr="7iRYjr38Gu3RrzHmzrSP96oulIn8EwB3ihIpzR4mnyJyrcUGx/JwlcZbnlGBH+3Hdqgduq4ZqvwxpC8rNJSh4UrTUC8bC7Oo-~s3FP3q3IMgRQvGd/4yVZQA==">
            <a:extLst>
              <a:ext uri="{FF2B5EF4-FFF2-40B4-BE49-F238E27FC236}">
                <a16:creationId id="{6E32CB19-CC60-4758-8E36-88BF6DFEBAE2}"/>
              </a:ext>
            </a:extLst>
          </p:cNvPr>
          <p:cNvSpPr>
            <a:spLocks noGrp="1"/>
          </p:cNvSpPr>
          <p:nvPr>
            <p:ph type="title"/>
          </p:nvPr>
        </p:nvSpPr>
        <p:spPr>
          <a:xfrm>
            <a:off x="878958" y="379598"/>
            <a:ext cx="10515600" cy="1325563"/>
          </a:xfrm>
        </p:spPr>
        <p:style>
          <a:lnRef idx="0">
            <a:schemeClr val="accent1"/>
          </a:lnRef>
          <a:fillRef idx="3">
            <a:schemeClr val="accent1"/>
          </a:fillRef>
          <a:effectRef idx="3">
            <a:schemeClr val="accent1"/>
          </a:effectRef>
          <a:fontRef idx="minor">
            <a:schemeClr val="lt1"/>
          </a:fontRef>
        </p:style>
        <p:txBody>
          <a:bodyPr>
            <a:normAutofit/>
          </a:bodyPr>
          <a:lstStyle/>
          <a:p>
            <a:r>
              <a:rPr lang="en-US" sz="6600" dirty="0" b="1">
                <a:latin typeface="+mj-lt"/>
                <a:cs typeface="Aharoni" panose="02010803020104030203" pitchFamily="2" charset="-79"/>
                <a:solidFill>
                  <a:schemeClr val="tx1"/>
                </a:solidFill>
              </a:rPr>
              <a:t>Proximity</a:t>
            </a:r>
          </a:p>
        </p:txBody>
      </p:sp>
      <p:sp>
        <p:nvSpPr>
          <p:cNvPr id="3" name="Content Placeholder 2" descr="2I4tL5s5vQKwYWjNQ1kfucfLb7wCXIrztL7kQAaO8j4+9mSEzE58jxLhXShnhPd/i/ujIMnxQVWTI5vtED5NVpASPDFZeS7y-~Fee2m5TwAvPUH0fH75p52A==">
            <a:extLst>
              <a:ext uri="{FF2B5EF4-FFF2-40B4-BE49-F238E27FC236}">
                <a16:creationId id="{70A0772C-BE9D-43F0-8427-9FF7403CB2FF}"/>
              </a:ext>
            </a:extLst>
          </p:cNvPr>
          <p:cNvSpPr>
            <a:spLocks noGrp="1"/>
          </p:cNvSpPr>
          <p:nvPr>
            <p:ph idx="1"/>
          </p:nvPr>
        </p:nvSpPr>
        <p:spPr>
          <a:xfrm>
            <a:off x="1401800" y="1860504"/>
            <a:ext cx="9992758" cy="3136992"/>
          </a:xfrm>
        </p:spPr>
        <p:txBody>
          <a:bodyPr>
            <a:normAutofit/>
          </a:bodyPr>
          <a:lstStyle/>
          <a:p>
            <a:pPr>
              <a:buClr>
                <a:schemeClr val="tx1"/>
              </a:buClr>
            </a:pPr>
            <a:r>
              <a:rPr lang="en-US" sz="4400" dirty="0">
                <a:solidFill>
                  <a:schemeClr val="tx1"/>
                </a:solidFill>
              </a:rPr>
              <a:t> Creates a </a:t>
            </a:r>
            <a:r>
              <a:rPr lang="en-US" sz="4400" dirty="0">
                <a:solidFill>
                  <a:schemeClr val="accent1"/>
                </a:solidFill>
              </a:rPr>
              <a:t>cohesive</a:t>
            </a:r>
            <a:r>
              <a:rPr lang="en-US" sz="4400" dirty="0">
                <a:solidFill>
                  <a:schemeClr val="tx1"/>
                </a:solidFill>
              </a:rPr>
              <a:t> group</a:t>
            </a:r>
          </a:p>
          <a:p>
            <a:r>
              <a:rPr lang="en-US" sz="4400" dirty="0">
                <a:solidFill>
                  <a:schemeClr val="tx1"/>
                </a:solidFill>
              </a:rPr>
              <a:t> Implies a </a:t>
            </a:r>
            <a:r>
              <a:rPr lang="en-US" sz="4400" dirty="0">
                <a:solidFill>
                  <a:schemeClr val="accent1"/>
                </a:solidFill>
              </a:rPr>
              <a:t>relationship</a:t>
            </a:r>
          </a:p>
          <a:p>
            <a:r>
              <a:rPr lang="en-US" sz="4400" dirty="0">
                <a:solidFill>
                  <a:schemeClr val="accent1"/>
                </a:solidFill>
              </a:rPr>
              <a:t>Organizes </a:t>
            </a:r>
            <a:r>
              <a:rPr lang="en-US" sz="4400" dirty="0">
                <a:solidFill>
                  <a:schemeClr val="tx1"/>
                </a:solidFill>
              </a:rPr>
              <a:t>the page</a:t>
            </a:r>
          </a:p>
          <a:p>
            <a:r>
              <a:rPr lang="en-US" sz="4400" dirty="0">
                <a:solidFill>
                  <a:schemeClr val="tx1"/>
                </a:solidFill>
              </a:rPr>
              <a:t> Helps the </a:t>
            </a:r>
            <a:r>
              <a:rPr lang="en-US" sz="4400" dirty="0">
                <a:solidFill>
                  <a:schemeClr val="accent1"/>
                </a:solidFill>
              </a:rPr>
              <a:t>eye </a:t>
            </a:r>
            <a:r>
              <a:rPr lang="en-US" sz="4400" dirty="0">
                <a:solidFill>
                  <a:schemeClr val="tx1"/>
                </a:solidFill>
              </a:rPr>
              <a:t>move over the page</a:t>
            </a:r>
          </a:p>
        </p:txBody>
      </p:sp>
      <p:pic>
        <p:nvPicPr>
          <p:cNvPr id="6" name="Picture 5#@#AQdqBVpUvR/bSAVOyJ8FgBkaKFPfKjgOpysJXEfi+aeQGHqROhyd0f7WmN/ECHEi/74bucfwgpLx6HJoNhPt/WTpEhxhwHuY-~AgQYqvhTEz5/aQ3HmY2ZRA==" descr="A picture containing food, drawing, flower&#10;&#10;Description automatically generated">
            <a:extLst>
              <a:ext uri="{FF2B5EF4-FFF2-40B4-BE49-F238E27FC236}">
                <a16:creationId id="{3F7FF4C5-2A2D-409B-A367-AA9830E7FA3C}"/>
              </a:ext>
            </a:extLst>
          </p:cNvPr>
          <p:cNvPicPr>
            <a:picLocks noChangeAspect="1"/>
          </p:cNvPicPr>
          <p:nvPr/>
        </p:nvPicPr>
        <p:blipFill>
          <a:blip r:embed="rId3">
            <a:extLst>
              <a:ext uri="{28A0092B-C50C-407E-A947-70E740481C1C}">
                <a14:useLocalDpi/>
              </a:ext>
            </a:extLst>
          </a:blip>
          <a:stretch>
            <a:fillRect/>
          </a:stretch>
        </p:blipFill>
        <p:spPr>
          <a:xfrm>
            <a:off x="1" y="1467293"/>
            <a:ext cx="12191999" cy="55382"/>
          </a:xfrm>
          <a:prstGeom prst="rect">
            <a:avLst/>
          </a:prstGeom>
        </p:spPr>
      </p:pic>
    </p:spTree>
    <p:extLst>
      <p:ext uri="{BB962C8B-B14F-4D97-AF65-F5344CB8AC3E}">
        <p14:creationId val="2499250591"/>
      </p:ext>
    </p:extLst>
  </p:cSld>
  <p:clrMapOvr>
    <a:masterClrMapping/>
  </p:clrMapOvr>
  <p:transition>
    <p14:cube dir="d"/>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50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0"/>
                      </p:stCondLst>
                      <p:childTnLst>
                        <p:par>
                          <p:cTn id="10" fill="hold">
                            <p:stCondLst>
                              <p:cond delay="500"/>
                            </p:stCondLst>
                            <p:childTnLst>
                              <p:par>
                                <p:cTn id="11" presetID="2" presetClass="entr" presetSubtype="4"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0"/>
                      </p:stCondLst>
                      <p:childTnLst>
                        <p:par>
                          <p:cTn id="16" fill="hold">
                            <p:stCondLst>
                              <p:cond delay="500"/>
                            </p:stCondLst>
                            <p:childTnLst>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7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0"/>
                      </p:stCondLst>
                      <p:childTnLst>
                        <p:par>
                          <p:cTn id="22" fill="hold">
                            <p:stCondLst>
                              <p:cond delay="500"/>
                            </p:stCondLst>
                            <p:childTnLst>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7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descr="v/A757BQfFuSliWDwi2l7QIQZiDNFwW+Ia6L+wfQzOBbtgR5GNyvwmSR1NTkjoTF49QHJyvt4lEKhLWerXqKcHd6RWYd7uoE-~KJYdPB+/4F9HZedYXZYqCA=="/>
        <p:cNvGrpSpPr/>
        <p:nvPr/>
      </p:nvGrpSpPr>
      <p:grpSpPr>
        <a:xfrm>
          <a:off x="0" y="0"/>
          <a:ext cx="0" cy="0"/>
          <a:chOff x="0" y="0"/>
          <a:chExt cx="0" cy="0"/>
        </a:xfrm>
      </p:grpSpPr>
      <p:sp>
        <p:nvSpPr>
          <p:cNvPr id="2" name="Title 1" descr="dzrDfAqAW7ZgKunqIr74gqSi0ud1sWKkLcruswwVaq6dRWLK6GQP5K+exw8HmszjL4mRD48JMwwaL+KMa0DEgmP/ki01HH3F-~o9c34L+Z0Ax8ZIRhkTJFYw==">
            <a:extLst>
              <a:ext uri="{FF2B5EF4-FFF2-40B4-BE49-F238E27FC236}">
                <a16:creationId id="{6E32CB19-CC60-4758-8E36-88BF6DFEBAE2}"/>
              </a:ext>
            </a:extLst>
          </p:cNvPr>
          <p:cNvSpPr>
            <a:spLocks noGrp="1"/>
          </p:cNvSpPr>
          <p:nvPr>
            <p:ph type="title"/>
          </p:nvPr>
        </p:nvSpPr>
        <p:spPr>
          <a:xfrm>
            <a:off x="220980" y="1370965"/>
            <a:ext cx="10515600" cy="1325563"/>
          </a:xfrm>
          <a:noFill/>
        </p:spPr>
        <p:style>
          <a:lnRef idx="0">
            <a:schemeClr val="accent1"/>
          </a:lnRef>
          <a:fillRef idx="3">
            <a:schemeClr val="accent1"/>
          </a:fillRef>
          <a:effectRef idx="3">
            <a:schemeClr val="accent1"/>
          </a:effectRef>
          <a:fontRef idx="minor">
            <a:schemeClr val="lt1"/>
          </a:fontRef>
        </p:style>
        <p:txBody>
          <a:bodyPr>
            <a:normAutofit/>
          </a:bodyPr>
          <a:lstStyle/>
          <a:p>
            <a:r>
              <a:rPr lang="en-US" sz="6600" dirty="0">
                <a:solidFill>
                  <a:schemeClr val="tx1"/>
                </a:solidFill>
                <a:latin typeface="+mj-lt"/>
                <a:cs typeface="Aharoni" panose="02010803020104030203" pitchFamily="2" charset="-79"/>
              </a:rPr>
              <a:t>Group related items together</a:t>
            </a:r>
          </a:p>
        </p:txBody>
      </p:sp>
      <p:grpSp>
        <p:nvGrpSpPr>
          <p:cNvPr id="33" name="Group 32" descr="5qtY3w5oBPmLilQkBEIUPPdis8OiiBzgfBu9SGdC9P8iJuIETZvQb13mxGvgE0RLtrXuDZzo2acFj+XoW98komEvTGrBxra9-~p2b3gjkQfEzFmBZSPMabiA==">
            <a:extLst>
              <a:ext uri="{FF2B5EF4-FFF2-40B4-BE49-F238E27FC236}">
                <a16:creationId id="{5C2EB8D4-BE63-4C33-80EA-527029067816}"/>
              </a:ext>
            </a:extLst>
          </p:cNvPr>
          <p:cNvGrpSpPr/>
          <p:nvPr/>
        </p:nvGrpSpPr>
        <p:grpSpPr>
          <a:xfrm>
            <a:off x="5949251" y="3417423"/>
            <a:ext cx="2257647" cy="1407042"/>
            <a:chOff x="6250425" y="3277509"/>
            <a:chExt cx="2257647" cy="1407042"/>
          </a:xfrm>
        </p:grpSpPr>
        <p:sp>
          <p:nvSpPr>
            <p:cNvPr id="5" name="Oval 4" descr="K6VQgMC39eZv1CXkpva1b29eqqqgDKS/sb86Dm+6T9xNi9KXx/AfZ1p2gPX3bmGg83sY4u0dQVZwx6Roi/BL1PF518K63XQB-~cWkaCe5Od+0A0SmF6CSP7g==">
              <a:extLst>
                <a:ext uri="{FF2B5EF4-FFF2-40B4-BE49-F238E27FC236}">
                  <a16:creationId id="{856232E9-D19D-4E6A-AE6B-C6303F23CE9A}"/>
                </a:ext>
              </a:extLst>
            </p:cNvPr>
            <p:cNvSpPr/>
            <p:nvPr/>
          </p:nvSpPr>
          <p:spPr>
            <a:xfrm>
              <a:off x="6250425" y="3277509"/>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sp>
          <p:nvSpPr>
            <p:cNvPr id="7" name="Oval 6" descr="5BarFRW7qA2z2NCotsdAXvkHT6MMym533ivPYQD2PSpkHeNw6ceZPBHu5Co9pS7meyLUftAIqYK2I89gzXSvjYvbnx81HMOO-~ddn+9yPiX0B6tYK002B5mw==">
              <a:extLst>
                <a:ext uri="{FF2B5EF4-FFF2-40B4-BE49-F238E27FC236}">
                  <a16:creationId id="{DB80FA51-EFAD-4F49-8A47-9F2EEF9314F1}"/>
                </a:ext>
              </a:extLst>
            </p:cNvPr>
            <p:cNvSpPr/>
            <p:nvPr/>
          </p:nvSpPr>
          <p:spPr>
            <a:xfrm>
              <a:off x="7060272" y="4057230"/>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sp>
          <p:nvSpPr>
            <p:cNvPr id="9" name="Oval 8" descr="Hd1wBOcHKGGQGlMgxM+7kAi3fld4jAFcpvEkqAKuBatLrO1BoGphb6sW7vXS28ZJkbzavGbnLvSGf/e1z1RnywcGUleIuQ3O-~9zF8QPQVCmlBgjRgrmqD+g==">
              <a:extLst>
                <a:ext uri="{FF2B5EF4-FFF2-40B4-BE49-F238E27FC236}">
                  <a16:creationId id="{7566F67A-6142-443A-91F2-52305B8EEDC9}"/>
                </a:ext>
              </a:extLst>
            </p:cNvPr>
            <p:cNvSpPr/>
            <p:nvPr/>
          </p:nvSpPr>
          <p:spPr>
            <a:xfrm>
              <a:off x="6250425" y="4057230"/>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sp>
          <p:nvSpPr>
            <p:cNvPr id="11" name="Oval 10" descr="8aZhGYJsuam/XvRDshT5mhQ5mdyQdckzJ8/uaMvRxvAABFnZHG+ftjvUcEOr7WOpcopljvBU+u5f5NvGzYVvhb7PqNiZx4d8-~72Y17Ej2peq2FV2QaHxwmw==">
              <a:extLst>
                <a:ext uri="{FF2B5EF4-FFF2-40B4-BE49-F238E27FC236}">
                  <a16:creationId id="{ABFDBA04-8C06-4FB7-B378-222FD0A6F2B1}"/>
                </a:ext>
              </a:extLst>
            </p:cNvPr>
            <p:cNvSpPr/>
            <p:nvPr/>
          </p:nvSpPr>
          <p:spPr>
            <a:xfrm>
              <a:off x="7060271" y="3277509"/>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sp>
          <p:nvSpPr>
            <p:cNvPr id="13" name="Oval 12" descr="lDSBX0cEoU9QTOfnpOfkhW+9vs+5d5YTQMr0PsvFwAQjok+RwctLaBz/xVfz9rIDUGQ0nCVEtg4dSxfY68Lkg+VXfkMKJdmc-~UAKanz0NBkO9W9CSL890og==">
              <a:extLst>
                <a:ext uri="{FF2B5EF4-FFF2-40B4-BE49-F238E27FC236}">
                  <a16:creationId id="{B1073ABB-AB6F-4A68-958F-AB3E04E3DF67}"/>
                </a:ext>
              </a:extLst>
            </p:cNvPr>
            <p:cNvSpPr/>
            <p:nvPr/>
          </p:nvSpPr>
          <p:spPr>
            <a:xfrm>
              <a:off x="7870118" y="3277509"/>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sp>
          <p:nvSpPr>
            <p:cNvPr id="15" name="Oval 14" descr="LYKWnJhbsTR7TEcX0VVXkORLAfUGzPp3DGAYi1TzTB+25m++JVVAhqpZtXLekJSA2SSkrnqzTbEFuwyYK9HM5IgDl1isGsaw-~DPvscVyqvxDZaonOeR41dQ==">
              <a:extLst>
                <a:ext uri="{FF2B5EF4-FFF2-40B4-BE49-F238E27FC236}">
                  <a16:creationId id="{681E8FAD-AFCB-41A8-9D23-62AA399F2DB9}"/>
                </a:ext>
              </a:extLst>
            </p:cNvPr>
            <p:cNvSpPr/>
            <p:nvPr/>
          </p:nvSpPr>
          <p:spPr>
            <a:xfrm>
              <a:off x="7870118" y="4057230"/>
              <a:ext cx="637954" cy="627321"/>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4DE3A"/>
                </a:solidFill>
                <a:effectLst/>
                <a:uLnTx/>
                <a:uFillTx/>
                <a:latin typeface="Corbel" panose="020B0503020204020204"/>
                <a:ea typeface="+mn-ea"/>
                <a:cs typeface="+mn-cs"/>
              </a:endParaRPr>
            </a:p>
          </p:txBody>
        </p:sp>
      </p:grpSp>
      <p:grpSp>
        <p:nvGrpSpPr>
          <p:cNvPr id="32" name="Group 31" descr="FzYHmxp7CwcOMkgsJ6nZtm9NQE573IYeNePbRysH0Wy/1gzmnsYHjHz/aoHMqQO6Ue+ts5r+9c5pOBzwTP9ojpO38iZhCDlA-~HQpStr3VbdzmTv6H31bkDw==">
            <a:extLst>
              <a:ext uri="{FF2B5EF4-FFF2-40B4-BE49-F238E27FC236}">
                <a16:creationId id="{BE4EAAA5-B2D2-4048-BC6C-38BDC9F32957}"/>
              </a:ext>
            </a:extLst>
          </p:cNvPr>
          <p:cNvGrpSpPr/>
          <p:nvPr/>
        </p:nvGrpSpPr>
        <p:grpSpPr>
          <a:xfrm>
            <a:off x="5963427" y="5628181"/>
            <a:ext cx="2243471" cy="645924"/>
            <a:chOff x="566968" y="5672484"/>
            <a:chExt cx="2243471" cy="645924"/>
          </a:xfrm>
        </p:grpSpPr>
        <p:sp>
          <p:nvSpPr>
            <p:cNvPr id="17" name="Isosceles Triangle 16" descr="FuOcoyj29WodiPqsOKR3EB3d32UyicuiJ/7rwS22ntjrx7MgLE40i40Qyc+TpDROfuDJhsv70bGV8RQaw/G92FSbmHZ5xEMR-~g7CJkaz7Lc3Kf8lpKkaowg==">
              <a:extLst>
                <a:ext uri="{FF2B5EF4-FFF2-40B4-BE49-F238E27FC236}">
                  <a16:creationId id="{B9CB8281-485D-49D6-B031-DA8FEC698BE6}"/>
                </a:ext>
              </a:extLst>
            </p:cNvPr>
            <p:cNvSpPr/>
            <p:nvPr/>
          </p:nvSpPr>
          <p:spPr>
            <a:xfrm>
              <a:off x="566968" y="5672485"/>
              <a:ext cx="588335" cy="637953"/>
            </a:xfrm>
            <a:prstGeom prst="triangl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19" name="Isosceles Triangle 18" descr="RAZDbjOmzpAt9kAYr5gMmBrDCyqQNhAogfG/zWw8QKw25yP+KS/+o4IAGe2ynkBid1DmmRA+V6HRKcv29JOwW+fR1Pe4gKFX-~RhRv0Gf+EAknlry8MumsOQ==">
              <a:extLst>
                <a:ext uri="{FF2B5EF4-FFF2-40B4-BE49-F238E27FC236}">
                  <a16:creationId id="{925A24EE-6942-476E-B0F8-70BF2D21BEB4}"/>
                </a:ext>
              </a:extLst>
            </p:cNvPr>
            <p:cNvSpPr/>
            <p:nvPr/>
          </p:nvSpPr>
          <p:spPr>
            <a:xfrm>
              <a:off x="1394536" y="5680455"/>
              <a:ext cx="588335" cy="637953"/>
            </a:xfrm>
            <a:prstGeom prst="triangl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21" name="Isosceles Triangle 20" descr="xPLkFjbaMoHalYUBtYYaC5C6etuQSJIWWpg+lCl9seo/qWjnI2LcYPJKwhyiQ4TdM8BmPNb4focCHDzNjJdBIjnviDf2pUjc-~+18NfEwe9ZsEBh8AUTAM6w==">
              <a:extLst>
                <a:ext uri="{FF2B5EF4-FFF2-40B4-BE49-F238E27FC236}">
                  <a16:creationId id="{5B85721D-7AB6-4370-9B6D-DC5283DCF640}"/>
                </a:ext>
              </a:extLst>
            </p:cNvPr>
            <p:cNvSpPr/>
            <p:nvPr/>
          </p:nvSpPr>
          <p:spPr>
            <a:xfrm>
              <a:off x="2222104" y="5672484"/>
              <a:ext cx="588335" cy="637953"/>
            </a:xfrm>
            <a:prstGeom prst="triangle">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grpSp>
      <p:grpSp>
        <p:nvGrpSpPr>
          <p:cNvPr id="34" name="Group 33" descr="ywt5fALqk/ln3fZ422TfxQ3AF18rzdM0WO0QWACKXxFAAS9jVFPps09XW6bWPkPHzD6mmMq5G4pQAzo8j+R5btDgavFMT2E2-~ESoDSlkY7DvZpawOXiSmUA==">
            <a:extLst>
              <a:ext uri="{FF2B5EF4-FFF2-40B4-BE49-F238E27FC236}">
                <a16:creationId id="{858ED6CF-4F9A-4CC3-AFB9-6FE719AE310B}"/>
              </a:ext>
            </a:extLst>
          </p:cNvPr>
          <p:cNvGrpSpPr/>
          <p:nvPr/>
        </p:nvGrpSpPr>
        <p:grpSpPr>
          <a:xfrm>
            <a:off x="9278780" y="3293455"/>
            <a:ext cx="691116" cy="3024953"/>
            <a:chOff x="9605883" y="3273521"/>
            <a:chExt cx="691116" cy="3024953"/>
          </a:xfrm>
        </p:grpSpPr>
        <p:sp>
          <p:nvSpPr>
            <p:cNvPr id="23" name="Rounded Rectangle 12" descr="UK8X9kU9goz7IouhPZ+0tPM1HnE1rfPV4tA1xq9FIz1+LMMbNywPTwJHdfCh5+zoOS204RBj9zwY2doIHktQJnO5P/RgOqlC-~htpXPEoqntgtcyip2SkXrw==">
              <a:extLst>
                <a:ext uri="{FF2B5EF4-FFF2-40B4-BE49-F238E27FC236}">
                  <a16:creationId id="{C7D06C0D-F97B-4209-9F3E-00F3991C708C}"/>
                </a:ext>
              </a:extLst>
            </p:cNvPr>
            <p:cNvSpPr/>
            <p:nvPr/>
          </p:nvSpPr>
          <p:spPr>
            <a:xfrm>
              <a:off x="9605883" y="3273521"/>
              <a:ext cx="691116" cy="52099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25" name="Rounded Rectangle 13" descr="Y4yMRdPexKqNGL2i+AQs/4SzECB1VVj5eCboQ+USOR98W9uhvPDbuNXUTkbokADB4XNnrL5GA7XhkPNA0nrGqZTfGtObnoXe-~zPSymtGe244DnoLx3J7yDw==">
              <a:extLst>
                <a:ext uri="{FF2B5EF4-FFF2-40B4-BE49-F238E27FC236}">
                  <a16:creationId id="{6480102B-63DA-4E57-8F89-4C38D2C41020}"/>
                </a:ext>
              </a:extLst>
            </p:cNvPr>
            <p:cNvSpPr/>
            <p:nvPr/>
          </p:nvSpPr>
          <p:spPr>
            <a:xfrm>
              <a:off x="9605883" y="3899510"/>
              <a:ext cx="691116" cy="52099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27" name="Rounded Rectangle 14" descr="+zMw+6Y0Ik8TFeezo4M/JEXgJGOK/2PpnSXi2JCqzI9PU6isycyBdJxIlF4gapTE5a8vpSllJJCJIAkuVUo4hcynRwDGJ5an-~FICpDI51AQdgRZ654kFm0w==">
              <a:extLst>
                <a:ext uri="{FF2B5EF4-FFF2-40B4-BE49-F238E27FC236}">
                  <a16:creationId id="{8C5EF8E2-4462-40B4-AC4D-06088C0575E0}"/>
                </a:ext>
              </a:extLst>
            </p:cNvPr>
            <p:cNvSpPr/>
            <p:nvPr/>
          </p:nvSpPr>
          <p:spPr>
            <a:xfrm>
              <a:off x="9605883" y="4525499"/>
              <a:ext cx="691116" cy="52099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29" name="Rounded Rectangle 15" descr="XU+9i/WYTA9j6lbnI3RR+fk3PSFiFlSeUqHfM7he2xgwF+w0KfBnBz/g+LpEuSVzHMDNzMXKka2apAP1WnjXBQdVh/l5bqpP-~kzb+7dNpI9rp6RFoaGIImQ==">
              <a:extLst>
                <a:ext uri="{FF2B5EF4-FFF2-40B4-BE49-F238E27FC236}">
                  <a16:creationId id="{45BAE9B3-9ACC-4C9D-8052-E84C1AF9A85E}"/>
                </a:ext>
              </a:extLst>
            </p:cNvPr>
            <p:cNvSpPr/>
            <p:nvPr/>
          </p:nvSpPr>
          <p:spPr>
            <a:xfrm>
              <a:off x="9605883" y="5151488"/>
              <a:ext cx="691116" cy="52099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sp>
          <p:nvSpPr>
            <p:cNvPr id="31" name="Rounded Rectangle 16" descr="r+I4WuAeb6oJCA53k4L9zJb7f06QqL8oCCwJUOBiPrCSyBGwgSgqwDJX/EEhW7NbFogAcKIoWtyoWHVIZZk069sfuHtscANy-~hUbMJA3xI0ekSyL5ALkK7Q==">
              <a:extLst>
                <a:ext uri="{FF2B5EF4-FFF2-40B4-BE49-F238E27FC236}">
                  <a16:creationId id="{74EAF735-FAB5-469C-9751-C7CB126592F1}"/>
                </a:ext>
              </a:extLst>
            </p:cNvPr>
            <p:cNvSpPr/>
            <p:nvPr/>
          </p:nvSpPr>
          <p:spPr>
            <a:xfrm>
              <a:off x="9605883" y="5777478"/>
              <a:ext cx="691116" cy="52099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orbel" panose="020B0503020204020204"/>
                <a:ea typeface="+mn-ea"/>
                <a:cs typeface="+mn-cs"/>
              </a:endParaRPr>
            </a:p>
          </p:txBody>
        </p:sp>
      </p:grpSp>
      <p:pic>
        <p:nvPicPr>
          <p:cNvPr id="36" name="Picture 35#@#WTbnkxJZpZM0XACQLdswLOgVYGBMa0XKr83pkjb4bJmNhd1Bj4MMOhU+JqBVeLJIlJLrNjc2CD8VNmkAej6ALI8u0tlP1Opu-~q3LkQh5J3x2TLvhQOiFaXg==" descr="A picture containing food, drawing, flower&#10;&#10;Description automatically generated">
            <a:extLst>
              <a:ext uri="{FF2B5EF4-FFF2-40B4-BE49-F238E27FC236}">
                <a16:creationId id="{2B0C1C6E-0764-44F3-872B-9C1D2B94CBFA}"/>
              </a:ext>
            </a:extLst>
          </p:cNvPr>
          <p:cNvPicPr>
            <a:picLocks noChangeAspect="1"/>
          </p:cNvPicPr>
          <p:nvPr/>
        </p:nvPicPr>
        <p:blipFill>
          <a:blip r:embed="rId3">
            <a:extLst>
              <a:ext uri="{28A0092B-C50C-407E-A947-70E740481C1C}">
                <a14:useLocalDpi/>
              </a:ext>
            </a:extLst>
          </a:blip>
          <a:stretch>
            <a:fillRect/>
          </a:stretch>
        </p:blipFill>
        <p:spPr>
          <a:xfrm>
            <a:off x="0" y="2510742"/>
            <a:ext cx="12191999" cy="119270"/>
          </a:xfrm>
          <a:prstGeom prst="rect">
            <a:avLst/>
          </a:prstGeom>
        </p:spPr>
      </p:pic>
    </p:spTree>
    <p:extLst>
      <p:ext uri="{BB962C8B-B14F-4D97-AF65-F5344CB8AC3E}">
        <p14:creationId val="1701843948"/>
      </p:ext>
    </p:extLst>
  </p:cSld>
  <p:clrMapOvr>
    <a:masterClrMapping/>
  </p:clrMapOvr>
  <p:transition>
    <p14:cube dir="d"/>
  </p:transition>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descr="wvDzRPWepgg+hXhHXw+ij/iP4khn5wb+u2DnJm+a09cUu7SbvHOVXoTT+8YNTMceiDMcKRPKiibKTWBV9Q+ir9NL5qBknKHa-~h+y0hGRtSE1IZDDf6+tR8w=="/>
        <p:cNvGrpSpPr/>
        <p:nvPr/>
      </p:nvGrpSpPr>
      <p:grpSpPr>
        <a:xfrm>
          <a:off x="0" y="0"/>
          <a:ext cx="0" cy="0"/>
          <a:chOff x="0" y="0"/>
          <a:chExt cx="0" cy="0"/>
        </a:xfrm>
      </p:grpSpPr>
      <p:sp>
        <p:nvSpPr>
          <p:cNvPr id="3" name="Title 2" descr="a9SBl91AOusIfZBRbFKiaR30fbG/UGG1Q5cXhvqJ/Odltfd2QPfFvKAUOfvjwCdQJ6YrErc/HjPYyVqaXDkWPkUXDQm7zGvS-~PF6oRPg0v3Z0xoja4cFLpQ==">
            <a:extLst>
              <a:ext uri="{FF2B5EF4-FFF2-40B4-BE49-F238E27FC236}">
                <a16:creationId id="{2CD6E5A3-45B5-4180-8547-9BE61583C6C8}"/>
              </a:ext>
            </a:extLst>
          </p:cNvPr>
          <p:cNvSpPr>
            <a:spLocks noGrp="1"/>
          </p:cNvSpPr>
          <p:nvPr>
            <p:ph type="ctrTitle"/>
          </p:nvPr>
        </p:nvSpPr>
        <p:spPr>
          <a:xfrm>
            <a:off x="3697377" y="1239622"/>
            <a:ext cx="8152717" cy="830933"/>
          </a:xfrm>
        </p:spPr>
        <p:txBody>
          <a:bodyPr>
            <a:normAutofit fontScale="90000"/>
          </a:bodyPr>
          <a:lstStyle/>
          <a:p>
            <a:r>
              <a:rPr lang="en-US" sz="6000" b="1" i="1" spc="0" dirty="0">
                <a:solidFill>
                  <a:schemeClr val="tx2">
                    <a:lumMod val="40000"/>
                    <a:lumOff val="60000"/>
                  </a:schemeClr>
                </a:solidFill>
              </a:rPr>
              <a:t>Four Visual Design Principles</a:t>
            </a:r>
          </a:p>
        </p:txBody>
      </p:sp>
      <p:sp>
        <p:nvSpPr>
          <p:cNvPr id="4" name="Subtitle 3" descr="AVtFR5FXE2BEwqViXq2s5As9WDPPqUa/SUmTlfIVEMHAJIU13Pkkbnvc6UtkK92dRhmvOvus+PaOOCx3XhL2RjBEeqrnSu6m-~Lt+WL9lY1OpeVzJ3ql6xyg==">
            <a:extLst>
              <a:ext uri="{FF2B5EF4-FFF2-40B4-BE49-F238E27FC236}">
                <a16:creationId id="{34AEC6DA-4E55-4FBA-B896-ABA3F08CF44C}"/>
              </a:ext>
            </a:extLst>
          </p:cNvPr>
          <p:cNvSpPr>
            <a:spLocks noGrp="1"/>
          </p:cNvSpPr>
          <p:nvPr>
            <p:ph type="subTitle" idx="1"/>
          </p:nvPr>
        </p:nvSpPr>
        <p:spPr>
          <a:xfrm>
            <a:off x="341906" y="1144988"/>
            <a:ext cx="3469637" cy="1249076"/>
          </a:xfrm>
        </p:spPr>
        <p:txBody>
          <a:bodyPr>
            <a:normAutofit/>
          </a:bodyPr>
          <a:lstStyle/>
          <a:p>
            <a:pPr algn="ctr"/>
            <a:r>
              <a:rPr lang="en-US" sz="3600" dirty="0">
                <a:solidFill>
                  <a:schemeClr val="tx2">
                    <a:lumMod val="40000"/>
                    <a:lumOff val="60000"/>
                  </a:schemeClr>
                </a:solidFill>
                <a:latin typeface="+mn-lt"/>
                <a:ea typeface="Gadugi" panose="020B0502040204020203" pitchFamily="34" charset="0"/>
              </a:rPr>
              <a:t>Pulling it all Together</a:t>
            </a:r>
          </a:p>
          <a:p>
            <a:pPr algn="ctr"/>
            <a:endParaRPr lang="en-US" sz="600" dirty="0">
              <a:solidFill>
                <a:schemeClr val="tx2">
                  <a:lumMod val="40000"/>
                  <a:lumOff val="60000"/>
                </a:schemeClr>
              </a:solidFill>
              <a:latin typeface="+mn-lt"/>
              <a:ea typeface="Gadugi" panose="020B0502040204020203" pitchFamily="34" charset="0"/>
            </a:endParaRPr>
          </a:p>
        </p:txBody>
      </p:sp>
      <p:sp>
        <p:nvSpPr>
          <p:cNvPr id="13" name="TextBox 12" descr="6/hWeP+II80DPOphKF4zdyYLWso6xC5HpsZsELcYMpan2UarcTZoHDSvXRvSeLczgNTTE2nl8NqzlzCXkK8KdOwuuP4BthC7-~1HkyrN14DXTImyix9z+mzw==">
            <a:extLst>
              <a:ext uri="{FF2B5EF4-FFF2-40B4-BE49-F238E27FC236}">
                <a16:creationId id="{58D6D9EE-878C-4173-9F05-0816BA4FC76A}"/>
              </a:ext>
            </a:extLst>
          </p:cNvPr>
          <p:cNvSpPr txBox="1"/>
          <p:nvPr/>
        </p:nvSpPr>
        <p:spPr>
          <a:xfrm>
            <a:off x="2012190" y="3773811"/>
            <a:ext cx="2773516" cy="923330"/>
          </a:xfrm>
          <a:prstGeom prst="rect">
            <a:avLst/>
          </a:prstGeom>
          <a:noFill/>
        </p:spPr>
        <p:txBody>
          <a:bodyPr wrap="none" rtlCol="0">
            <a:spAutoFit/>
          </a:bodyPr>
          <a:lstStyle/>
          <a:p>
            <a:r>
              <a:rPr lang="en-US" sz="5400" b="1" dirty="0">
                <a:solidFill>
                  <a:schemeClr val="bg1"/>
                </a:solidFill>
              </a:rPr>
              <a:t>Contrast</a:t>
            </a:r>
          </a:p>
        </p:txBody>
      </p:sp>
      <p:sp>
        <p:nvSpPr>
          <p:cNvPr id="14" name="TextBox 13" descr="2KXdkVM1/qSM7C45eh7EJhyTwUp4S/hXfWuUFxxXKLbyogHSvyuOoKVL9/bi0xacgx2NoJOH8Q4Lrcvw8/2GKQLbmbHzov1U-~lSyqnk/ooIPbw7WoB5ov0A==">
            <a:extLst>
              <a:ext uri="{FF2B5EF4-FFF2-40B4-BE49-F238E27FC236}">
                <a16:creationId id="{76B3BC28-9DB3-4892-8A18-7BEC73174341}"/>
              </a:ext>
            </a:extLst>
          </p:cNvPr>
          <p:cNvSpPr txBox="1"/>
          <p:nvPr/>
        </p:nvSpPr>
        <p:spPr>
          <a:xfrm>
            <a:off x="1716807" y="5757546"/>
            <a:ext cx="3332259" cy="923330"/>
          </a:xfrm>
          <a:prstGeom prst="rect">
            <a:avLst/>
          </a:prstGeom>
          <a:noFill/>
        </p:spPr>
        <p:txBody>
          <a:bodyPr wrap="none" rtlCol="0">
            <a:spAutoFit/>
          </a:bodyPr>
          <a:lstStyle/>
          <a:p>
            <a:r>
              <a:rPr lang="en-US" sz="5400" b="1" dirty="0">
                <a:solidFill>
                  <a:schemeClr val="bg1"/>
                </a:solidFill>
              </a:rPr>
              <a:t>Repetition</a:t>
            </a:r>
          </a:p>
        </p:txBody>
      </p:sp>
      <p:sp>
        <p:nvSpPr>
          <p:cNvPr id="15" name="TextBox 14" descr="zey5u1LRE+wwvlMTO64COmJt4yOOBqQYBHovE3JoJowYAGVoymgzDrAsruY6d/om3bVH6Py10c0o6j/apO6zhIChYUYbLn2z-~m7WwrvY7iPxtPVpUaXglUw==">
            <a:extLst>
              <a:ext uri="{FF2B5EF4-FFF2-40B4-BE49-F238E27FC236}">
                <a16:creationId id="{F4FF4C45-8126-4F77-B70D-66DB7DA12C2A}"/>
              </a:ext>
            </a:extLst>
          </p:cNvPr>
          <p:cNvSpPr txBox="1"/>
          <p:nvPr/>
        </p:nvSpPr>
        <p:spPr>
          <a:xfrm>
            <a:off x="7130029" y="3773811"/>
            <a:ext cx="3344185" cy="923330"/>
          </a:xfrm>
          <a:prstGeom prst="rect">
            <a:avLst/>
          </a:prstGeom>
          <a:noFill/>
        </p:spPr>
        <p:txBody>
          <a:bodyPr wrap="none" rtlCol="0">
            <a:spAutoFit/>
          </a:bodyPr>
          <a:lstStyle/>
          <a:p>
            <a:r>
              <a:rPr lang="en-US" sz="5400" b="1" dirty="0">
                <a:solidFill>
                  <a:schemeClr val="bg1"/>
                </a:solidFill>
              </a:rPr>
              <a:t>Alignment</a:t>
            </a:r>
          </a:p>
        </p:txBody>
      </p:sp>
      <p:sp>
        <p:nvSpPr>
          <p:cNvPr id="16" name="TextBox 15" descr="onqiFncDFUU/MckNRHazCPlo6lXUPCNMkGa+ijKfZg/BN2vuhBWlDmajWeo794IA0JqslVP+3Kf27X8OZJYiT5aexBx7ZDZP-~uxJrHptf6derNr8BYaVfmA==">
            <a:extLst>
              <a:ext uri="{FF2B5EF4-FFF2-40B4-BE49-F238E27FC236}">
                <a16:creationId id="{3D8865D8-C019-4CD6-A8A8-DF560757549C}"/>
              </a:ext>
            </a:extLst>
          </p:cNvPr>
          <p:cNvSpPr txBox="1"/>
          <p:nvPr/>
        </p:nvSpPr>
        <p:spPr>
          <a:xfrm>
            <a:off x="7346948" y="5757546"/>
            <a:ext cx="3127266" cy="923330"/>
          </a:xfrm>
          <a:prstGeom prst="rect">
            <a:avLst/>
          </a:prstGeom>
          <a:noFill/>
        </p:spPr>
        <p:txBody>
          <a:bodyPr wrap="none" rtlCol="0">
            <a:spAutoFit/>
          </a:bodyPr>
          <a:lstStyle/>
          <a:p>
            <a:r>
              <a:rPr lang="en-US" sz="5400" b="1" dirty="0">
                <a:solidFill>
                  <a:schemeClr val="bg1"/>
                </a:solidFill>
              </a:rPr>
              <a:t>Proximity</a:t>
            </a:r>
          </a:p>
        </p:txBody>
      </p:sp>
      <p:cxnSp>
        <p:nvCxnSpPr>
          <p:cNvPr id="21" name="Straight Connector 20" descr="q3aar5SaXNk1hg9kfXV79SFWhZiSmiESOMEEYwEYjhnO+xtgHk57YzU7SZNqFsNC1MS0MRb5pcrHfTw5jypBtmiDRcpyYGCm-~G80D49tpogNmo9XPIpC7Yw==">
            <a:extLst>
              <a:ext uri="{FF2B5EF4-FFF2-40B4-BE49-F238E27FC236}">
                <a16:creationId id="{EDA04C70-6827-456E-8C82-B79CDD7881F4}"/>
              </a:ext>
            </a:extLst>
          </p:cNvPr>
          <p:cNvCxnSpPr>
            <a:cxnSpLocks/>
          </p:cNvCxnSpPr>
          <p:nvPr/>
        </p:nvCxnSpPr>
        <p:spPr>
          <a:xfrm>
            <a:off x="3580026" y="588021"/>
            <a:ext cx="0" cy="1706950"/>
          </a:xfrm>
          <a:prstGeom prst="line">
            <a:avLst/>
          </a:prstGeom>
          <a:ln w="19050">
            <a:solidFill>
              <a:srgbClr val="E06800"/>
            </a:solidFill>
          </a:ln>
        </p:spPr>
        <p:style>
          <a:lnRef idx="1">
            <a:schemeClr val="accent1"/>
          </a:lnRef>
          <a:fillRef idx="0">
            <a:schemeClr val="accent1"/>
          </a:fillRef>
          <a:effectRef idx="0">
            <a:schemeClr val="accent1"/>
          </a:effectRef>
          <a:fontRef idx="minor">
            <a:schemeClr val="tx1"/>
          </a:fontRef>
        </p:style>
      </p:cxnSp>
      <p:sp>
        <p:nvSpPr>
          <p:cNvPr id="201" name="Graphic 201"/>
          <p:cNvSpPr/>
          <p:nvPr/>
        </p:nvSpPr>
        <p:spPr>
          <a:xfrm>
            <a:off x="2926080" y="3108960"/>
            <a:ext cx="609600" cy="609600"/>
          </a:xfrm>
          <a:prstGeom prst="ellipse">
            <a:avLst/>
          </a:prstGeom>
          <a:solidFill>
            <a:srgbClr val="000000"/>
          </a:solidFill>
          <a:ln>
            <a:noFill/>
          </a:ln>
          <a:effectLst>
            <a:outerShdw blurRad="50800" dist="50800" dir="5400000" algn="t" rotWithShape="0">
              <a:srgbClr val="000000">
                <a:alpha val="40000"/>
              </a:srgbClr>
            </a:outerShdw>
          </a:effectLst>
        </p:spPr>
        <p:txBody>
          <a:bodyPr rtlCol="0" anchor="ctr"/>
          <a:lstStyle/>
          <a:p>
            <a:pPr algn="ctr"/>
            <a:r>
              <a:rPr lang="en-US" sz="2400" b="1" dirty="0">
                <a:solidFill>
                  <a:srgbClr val="FFFFFF"/>
                </a:solidFill>
              </a:rPr>
              <a:t>1</a:t>
            </a:r>
          </a:p>
        </p:txBody>
      </p:sp>
      <p:sp>
        <p:nvSpPr>
          <p:cNvPr id="202" name="Graphic 202"/>
          <p:cNvSpPr/>
          <p:nvPr/>
        </p:nvSpPr>
        <p:spPr>
          <a:xfrm>
            <a:off x="2926080" y="5029200"/>
            <a:ext cx="609600" cy="609600"/>
          </a:xfrm>
          <a:prstGeom prst="ellipse">
            <a:avLst/>
          </a:prstGeom>
          <a:solidFill>
            <a:srgbClr val="000000"/>
          </a:solidFill>
          <a:ln>
            <a:noFill/>
          </a:ln>
          <a:effectLst>
            <a:outerShdw blurRad="50800" dist="50800" dir="5400000" algn="t" rotWithShape="0">
              <a:srgbClr val="000000">
                <a:alpha val="40000"/>
              </a:srgbClr>
            </a:outerShdw>
          </a:effectLst>
        </p:spPr>
        <p:txBody>
          <a:bodyPr rtlCol="0" anchor="ctr"/>
          <a:lstStyle/>
          <a:p>
            <a:pPr algn="ctr"/>
            <a:r>
              <a:rPr lang="en-US" sz="2400" b="1" dirty="0">
                <a:solidFill>
                  <a:srgbClr val="FFFFFF"/>
                </a:solidFill>
              </a:rPr>
              <a:t>2</a:t>
            </a:r>
          </a:p>
        </p:txBody>
      </p:sp>
      <p:sp>
        <p:nvSpPr>
          <p:cNvPr id="203" name="Graphic 203"/>
          <p:cNvSpPr/>
          <p:nvPr/>
        </p:nvSpPr>
        <p:spPr>
          <a:xfrm>
            <a:off x="8321040" y="3108960"/>
            <a:ext cx="609600" cy="609600"/>
          </a:xfrm>
          <a:prstGeom prst="ellipse">
            <a:avLst/>
          </a:prstGeom>
          <a:solidFill>
            <a:srgbClr val="000000"/>
          </a:solidFill>
          <a:ln>
            <a:noFill/>
          </a:ln>
          <a:effectLst>
            <a:outerShdw blurRad="50800" dist="50800" dir="5400000" algn="t" rotWithShape="0">
              <a:srgbClr val="000000">
                <a:alpha val="40000"/>
              </a:srgbClr>
            </a:outerShdw>
          </a:effectLst>
        </p:spPr>
        <p:txBody>
          <a:bodyPr rtlCol="0" anchor="ctr"/>
          <a:lstStyle/>
          <a:p>
            <a:pPr algn="ctr"/>
            <a:r>
              <a:rPr lang="en-US" sz="2400" b="1" dirty="0">
                <a:solidFill>
                  <a:srgbClr val="FFFFFF"/>
                </a:solidFill>
              </a:rPr>
              <a:t>3</a:t>
            </a:r>
          </a:p>
        </p:txBody>
      </p:sp>
      <p:sp>
        <p:nvSpPr>
          <p:cNvPr id="204" name="Graphic 204"/>
          <p:cNvSpPr/>
          <p:nvPr/>
        </p:nvSpPr>
        <p:spPr>
          <a:xfrm>
            <a:off x="8321040" y="5029200"/>
            <a:ext cx="609600" cy="609600"/>
          </a:xfrm>
          <a:prstGeom prst="ellipse">
            <a:avLst/>
          </a:prstGeom>
          <a:solidFill>
            <a:srgbClr val="000000"/>
          </a:solidFill>
          <a:ln>
            <a:noFill/>
          </a:ln>
          <a:effectLst>
            <a:outerShdw blurRad="50800" dist="50800" dir="5400000" algn="t" rotWithShape="0">
              <a:srgbClr val="000000">
                <a:alpha val="40000"/>
              </a:srgbClr>
            </a:outerShdw>
          </a:effectLst>
        </p:spPr>
        <p:txBody>
          <a:bodyPr rtlCol="0" anchor="ctr"/>
          <a:lstStyle/>
          <a:p>
            <a:pPr algn="ctr"/>
            <a:r>
              <a:rPr lang="en-US" sz="2400" b="1" dirty="0">
                <a:solidFill>
                  <a:srgbClr val="FFFFFF"/>
                </a:solidFill>
              </a:rPr>
              <a:t>4</a:t>
            </a:r>
          </a:p>
        </p:txBody>
      </p:sp>
    </p:spTree>
    <p:extLst>
      <p:ext uri="{BB962C8B-B14F-4D97-AF65-F5344CB8AC3E}">
        <p14:creationId val="3199494652"/>
      </p:ext>
    </p:extLst>
  </p:cSld>
  <p:clrMapOvr>
    <a:masterClrMapping/>
  </p:clrMapOvr>
  <p:transition>
    <p14:cube dir="d"/>
  </p:transition>
</p:sld>
</file>

<file path=ppt/theme/theme1.xml><?xml version="1.0" encoding="utf-8"?>
<a:theme xmlns:a="http://schemas.openxmlformats.org/drawingml/2006/main" name="Depth">
  <a:themeElements>
    <a:clrScheme name="Depth">
      <a:dk1>
        <a:sysClr val="windowText" lastClr="000000"/>
      </a:dk1>
      <a:lt1>
        <a:sysClr val="window" lastClr="FFFFFF"/>
      </a:lt1>
      <a:dk2>
        <a:srgbClr val="4E3B30"/>
      </a:dk2>
      <a:lt2>
        <a:srgbClr val="FFDB82"/>
      </a:lt2>
      <a:accent1>
        <a:srgbClr val="F0A22E"/>
      </a:accent1>
      <a:accent2>
        <a:srgbClr val="E4D9B2"/>
      </a:accent2>
      <a:accent3>
        <a:srgbClr val="AA986C"/>
      </a:accent3>
      <a:accent4>
        <a:srgbClr val="8FB977"/>
      </a:accent4>
      <a:accent5>
        <a:srgbClr val="778F9F"/>
      </a:accent5>
      <a:accent6>
        <a:srgbClr val="8A6087"/>
      </a:accent6>
      <a:hlink>
        <a:srgbClr val="AD1F1F"/>
      </a:hlink>
      <a:folHlink>
        <a:srgbClr val="FFC42F"/>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C473073F-34A4-486A-BBA1-2A70AE921E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xml.rels>&#65279;<?xml version="1.0" encoding="utf-8"?><Relationships xmlns="http://schemas.openxmlformats.org/package/2006/relationships"><Relationship Type="http://schemas.openxmlformats.org/officeDocument/2006/relationships/customXmlProps" Target="/customXml/itemProps1.xml" Id="R58c200fc7032457f"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xml><?xml version="1.0" encoding="utf-8"?>
<project>
  <id>InlbsurNtTIKa5NobF4S90nvD5szEJRmLl+UHbWcNUOcSZ/MN4b4f5E7r5idYHxrn2buCzfxfG6UvbfjkTNMhy4ulPnvhNfF-~v/qKwi6+WbITmLPVk3YOKA==#@#11010102#@#7/9/2021 1:16:34 PM</id>
</project>
</file>

<file path=customXml/item2.xml><?xml version="1.0" encoding="utf-8"?>
<athena xmlns="http://schemas.microsoft.com/edu/athena" version="0.1.3209.0">
  <timings duration="18632"/>
</athena>
</file>

<file path=customXml/item3.xml><?xml version="1.0" encoding="utf-8"?>
<athena xmlns="http://schemas.microsoft.com/edu/athena" version="0.1.3209.0">
  <timings duration="16693"/>
</athena>
</file>

<file path=customXml/itemProps1.xml><?xml version="1.0" encoding="utf-8"?>
<ds:datastoreItem xmlns:ds="http://schemas.openxmlformats.org/officedocument/2006/2/customXml" ds:itemID="{C66AC4F1-97D3-4D10-8D07-51E6CC79AD91}">
  <ds:schemaRefs>
    <ds:schemaRef ds:uri=""/>
  </ds:schemaRefs>
</ds:datastoreItem>
</file>

<file path=customXml/itemProps2.xml><?xml version="1.0" encoding="utf-8"?>
<ds:datastoreItem xmlns:ds="http://schemas.openxmlformats.org/officeDocument/2006/customXml" ds:itemID="{717A9B8B-36ED-40CB-BB32-327DE33FE1A5}">
  <ds:schemaRefs>
    <ds:schemaRef ds:uri="http://schemas.microsoft.com/edu/athena"/>
  </ds:schemaRefs>
</ds:datastoreItem>
</file>

<file path=customXml/itemProps3.xml><?xml version="1.0" encoding="utf-8"?>
<ds:datastoreItem xmlns:ds="http://schemas.openxmlformats.org/officeDocument/2006/customXml" ds:itemID="{884DEF20-2781-4118-B06A-1772C5DEEAEF}">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Depth</Template>
  <TotalTime>1632</TotalTime>
  <Words>362</Words>
  <Application>Microsoft Office PowerPoint</Application>
  <PresentationFormat>Widescreen</PresentationFormat>
  <Paragraphs>60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Corbel</vt:lpstr>
      <vt:lpstr>Times New Roman</vt:lpstr>
      <vt:lpstr>Depth</vt:lpstr>
      <vt:lpstr>Design Principles </vt:lpstr>
      <vt:lpstr>   Contrast</vt:lpstr>
      <vt:lpstr>PowerPoint Presentation</vt:lpstr>
      <vt:lpstr>Repetition</vt:lpstr>
      <vt:lpstr>Consistency in Color &amp; Style</vt:lpstr>
      <vt:lpstr>Alignment</vt:lpstr>
      <vt:lpstr>Text Alignment</vt:lpstr>
      <vt:lpstr>Proximity</vt:lpstr>
      <vt:lpstr>Group related items together</vt:lpstr>
      <vt:lpstr>Four Visual Design Principles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Principles</dc:title>
  <dc:creator>Kosharek, Diane L</dc:creator>
  <cp:lastModifiedBy>Ralph</cp:lastModifiedBy>
  <cp:revision>72</cp:revision>
  <dcterms:created xsi:type="dcterms:W3CDTF">2020-07-22T14:51:27Z</dcterms:created>
  <dcterms:modified xsi:type="dcterms:W3CDTF">2021-07-09T13:16:34Z</dcterms:modified>
</cp:coreProperties>
</file>